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sldIdLst>
    <p:sldId id="256" r:id="rId2"/>
    <p:sldId id="260" r:id="rId3"/>
    <p:sldId id="262" r:id="rId4"/>
    <p:sldId id="263" r:id="rId5"/>
    <p:sldId id="264" r:id="rId6"/>
    <p:sldId id="268" r:id="rId7"/>
    <p:sldId id="273" r:id="rId8"/>
    <p:sldId id="275" r:id="rId9"/>
    <p:sldId id="274" r:id="rId10"/>
    <p:sldId id="272" r:id="rId11"/>
  </p:sldIdLst>
  <p:sldSz cx="9144000" cy="5143500" type="screen16x9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074" autoAdjust="0"/>
    <p:restoredTop sz="93896" autoAdjust="0"/>
  </p:normalViewPr>
  <p:slideViewPr>
    <p:cSldViewPr>
      <p:cViewPr>
        <p:scale>
          <a:sx n="90" d="100"/>
          <a:sy n="90" d="100"/>
        </p:scale>
        <p:origin x="-486" y="-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5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B236A-03B0-448D-9401-D497EF4380F4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0DD930-A908-4953-98BF-DAFE2AAE677F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610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0DD930-A908-4953-98BF-DAFE2AAE677F}" type="slidenum">
              <a:rPr lang="id-ID" smtClean="0"/>
              <a:pPr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74223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6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5573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5309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339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0967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4480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0869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622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5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10685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10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935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4587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6610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2254C-C6C2-41E5-82C6-9AB03EAD7872}" type="datetimeFigureOut">
              <a:rPr lang="id-ID" smtClean="0"/>
              <a:pPr/>
              <a:t>07/08/2020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32BD3-AA23-4069-83A1-90F8C29C0B1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5883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jpe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Excel_Worksheet1.xls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Excel_Worksheet2.xls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2318" y="22438"/>
            <a:ext cx="7784075" cy="5285615"/>
          </a:xfrm>
          <a:prstGeom prst="rect">
            <a:avLst/>
          </a:prstGeom>
        </p:spPr>
      </p:pic>
      <p:sp>
        <p:nvSpPr>
          <p:cNvPr id="16" name="Flowchart: Data 5"/>
          <p:cNvSpPr/>
          <p:nvPr/>
        </p:nvSpPr>
        <p:spPr>
          <a:xfrm>
            <a:off x="2271893" y="-2540818"/>
            <a:ext cx="9284883" cy="8193485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3254"/>
              <a:gd name="connsiteY0" fmla="*/ 10000 h 10000"/>
              <a:gd name="connsiteX1" fmla="*/ 2000 w 13254"/>
              <a:gd name="connsiteY1" fmla="*/ 0 h 10000"/>
              <a:gd name="connsiteX2" fmla="*/ 13254 w 13254"/>
              <a:gd name="connsiteY2" fmla="*/ 0 h 10000"/>
              <a:gd name="connsiteX3" fmla="*/ 8000 w 13254"/>
              <a:gd name="connsiteY3" fmla="*/ 10000 h 10000"/>
              <a:gd name="connsiteX4" fmla="*/ 0 w 13254"/>
              <a:gd name="connsiteY4" fmla="*/ 10000 h 10000"/>
              <a:gd name="connsiteX0" fmla="*/ 0 w 13254"/>
              <a:gd name="connsiteY0" fmla="*/ 10000 h 10000"/>
              <a:gd name="connsiteX1" fmla="*/ 6089 w 13254"/>
              <a:gd name="connsiteY1" fmla="*/ 61 h 10000"/>
              <a:gd name="connsiteX2" fmla="*/ 13254 w 13254"/>
              <a:gd name="connsiteY2" fmla="*/ 0 h 10000"/>
              <a:gd name="connsiteX3" fmla="*/ 8000 w 13254"/>
              <a:gd name="connsiteY3" fmla="*/ 10000 h 10000"/>
              <a:gd name="connsiteX4" fmla="*/ 0 w 13254"/>
              <a:gd name="connsiteY4" fmla="*/ 10000 h 10000"/>
              <a:gd name="connsiteX0" fmla="*/ 0 w 13254"/>
              <a:gd name="connsiteY0" fmla="*/ 10000 h 10000"/>
              <a:gd name="connsiteX1" fmla="*/ 6118 w 13254"/>
              <a:gd name="connsiteY1" fmla="*/ 21 h 10000"/>
              <a:gd name="connsiteX2" fmla="*/ 13254 w 13254"/>
              <a:gd name="connsiteY2" fmla="*/ 0 h 10000"/>
              <a:gd name="connsiteX3" fmla="*/ 8000 w 13254"/>
              <a:gd name="connsiteY3" fmla="*/ 10000 h 10000"/>
              <a:gd name="connsiteX4" fmla="*/ 0 w 13254"/>
              <a:gd name="connsiteY4" fmla="*/ 10000 h 10000"/>
              <a:gd name="connsiteX0" fmla="*/ 0 w 14113"/>
              <a:gd name="connsiteY0" fmla="*/ 10000 h 10000"/>
              <a:gd name="connsiteX1" fmla="*/ 6118 w 14113"/>
              <a:gd name="connsiteY1" fmla="*/ 21 h 10000"/>
              <a:gd name="connsiteX2" fmla="*/ 13254 w 14113"/>
              <a:gd name="connsiteY2" fmla="*/ 0 h 10000"/>
              <a:gd name="connsiteX3" fmla="*/ 14113 w 14113"/>
              <a:gd name="connsiteY3" fmla="*/ 20 h 10000"/>
              <a:gd name="connsiteX4" fmla="*/ 8000 w 14113"/>
              <a:gd name="connsiteY4" fmla="*/ 10000 h 10000"/>
              <a:gd name="connsiteX5" fmla="*/ 0 w 14113"/>
              <a:gd name="connsiteY5" fmla="*/ 10000 h 10000"/>
              <a:gd name="connsiteX0" fmla="*/ 0 w 14113"/>
              <a:gd name="connsiteY0" fmla="*/ 10019 h 10019"/>
              <a:gd name="connsiteX1" fmla="*/ 6953 w 14113"/>
              <a:gd name="connsiteY1" fmla="*/ 0 h 10019"/>
              <a:gd name="connsiteX2" fmla="*/ 13254 w 14113"/>
              <a:gd name="connsiteY2" fmla="*/ 19 h 10019"/>
              <a:gd name="connsiteX3" fmla="*/ 14113 w 14113"/>
              <a:gd name="connsiteY3" fmla="*/ 39 h 10019"/>
              <a:gd name="connsiteX4" fmla="*/ 8000 w 14113"/>
              <a:gd name="connsiteY4" fmla="*/ 10019 h 10019"/>
              <a:gd name="connsiteX5" fmla="*/ 0 w 14113"/>
              <a:gd name="connsiteY5" fmla="*/ 10019 h 10019"/>
              <a:gd name="connsiteX0" fmla="*/ 0 w 13254"/>
              <a:gd name="connsiteY0" fmla="*/ 10019 h 10019"/>
              <a:gd name="connsiteX1" fmla="*/ 6953 w 13254"/>
              <a:gd name="connsiteY1" fmla="*/ 0 h 10019"/>
              <a:gd name="connsiteX2" fmla="*/ 13254 w 13254"/>
              <a:gd name="connsiteY2" fmla="*/ 19 h 10019"/>
              <a:gd name="connsiteX3" fmla="*/ 10514 w 13254"/>
              <a:gd name="connsiteY3" fmla="*/ 888 h 10019"/>
              <a:gd name="connsiteX4" fmla="*/ 8000 w 13254"/>
              <a:gd name="connsiteY4" fmla="*/ 10019 h 10019"/>
              <a:gd name="connsiteX5" fmla="*/ 0 w 13254"/>
              <a:gd name="connsiteY5" fmla="*/ 10019 h 10019"/>
              <a:gd name="connsiteX0" fmla="*/ 0 w 13653"/>
              <a:gd name="connsiteY0" fmla="*/ 10019 h 10019"/>
              <a:gd name="connsiteX1" fmla="*/ 6953 w 13653"/>
              <a:gd name="connsiteY1" fmla="*/ 0 h 10019"/>
              <a:gd name="connsiteX2" fmla="*/ 13254 w 13653"/>
              <a:gd name="connsiteY2" fmla="*/ 19 h 10019"/>
              <a:gd name="connsiteX3" fmla="*/ 13653 w 13653"/>
              <a:gd name="connsiteY3" fmla="*/ 1145 h 10019"/>
              <a:gd name="connsiteX4" fmla="*/ 8000 w 13653"/>
              <a:gd name="connsiteY4" fmla="*/ 10019 h 10019"/>
              <a:gd name="connsiteX5" fmla="*/ 0 w 13653"/>
              <a:gd name="connsiteY5" fmla="*/ 10019 h 10019"/>
              <a:gd name="connsiteX0" fmla="*/ 0 w 14636"/>
              <a:gd name="connsiteY0" fmla="*/ 10020 h 10020"/>
              <a:gd name="connsiteX1" fmla="*/ 6953 w 14636"/>
              <a:gd name="connsiteY1" fmla="*/ 1 h 10020"/>
              <a:gd name="connsiteX2" fmla="*/ 14636 w 14636"/>
              <a:gd name="connsiteY2" fmla="*/ 0 h 10020"/>
              <a:gd name="connsiteX3" fmla="*/ 13653 w 14636"/>
              <a:gd name="connsiteY3" fmla="*/ 1146 h 10020"/>
              <a:gd name="connsiteX4" fmla="*/ 8000 w 14636"/>
              <a:gd name="connsiteY4" fmla="*/ 10020 h 10020"/>
              <a:gd name="connsiteX5" fmla="*/ 0 w 14636"/>
              <a:gd name="connsiteY5" fmla="*/ 10020 h 10020"/>
              <a:gd name="connsiteX0" fmla="*/ 0 w 14636"/>
              <a:gd name="connsiteY0" fmla="*/ 10020 h 10020"/>
              <a:gd name="connsiteX1" fmla="*/ 6953 w 14636"/>
              <a:gd name="connsiteY1" fmla="*/ 1 h 10020"/>
              <a:gd name="connsiteX2" fmla="*/ 14636 w 14636"/>
              <a:gd name="connsiteY2" fmla="*/ 0 h 10020"/>
              <a:gd name="connsiteX3" fmla="*/ 13855 w 14636"/>
              <a:gd name="connsiteY3" fmla="*/ 1205 h 10020"/>
              <a:gd name="connsiteX4" fmla="*/ 8000 w 14636"/>
              <a:gd name="connsiteY4" fmla="*/ 10020 h 10020"/>
              <a:gd name="connsiteX5" fmla="*/ 0 w 14636"/>
              <a:gd name="connsiteY5" fmla="*/ 10020 h 10020"/>
              <a:gd name="connsiteX0" fmla="*/ 0 w 14636"/>
              <a:gd name="connsiteY0" fmla="*/ 10020 h 10020"/>
              <a:gd name="connsiteX1" fmla="*/ 5886 w 14636"/>
              <a:gd name="connsiteY1" fmla="*/ 1 h 10020"/>
              <a:gd name="connsiteX2" fmla="*/ 14636 w 14636"/>
              <a:gd name="connsiteY2" fmla="*/ 0 h 10020"/>
              <a:gd name="connsiteX3" fmla="*/ 13855 w 14636"/>
              <a:gd name="connsiteY3" fmla="*/ 1205 h 10020"/>
              <a:gd name="connsiteX4" fmla="*/ 8000 w 14636"/>
              <a:gd name="connsiteY4" fmla="*/ 10020 h 10020"/>
              <a:gd name="connsiteX5" fmla="*/ 0 w 14636"/>
              <a:gd name="connsiteY5" fmla="*/ 10020 h 10020"/>
              <a:gd name="connsiteX0" fmla="*/ 0 w 14636"/>
              <a:gd name="connsiteY0" fmla="*/ 10020 h 10040"/>
              <a:gd name="connsiteX1" fmla="*/ 5886 w 14636"/>
              <a:gd name="connsiteY1" fmla="*/ 1 h 10040"/>
              <a:gd name="connsiteX2" fmla="*/ 14636 w 14636"/>
              <a:gd name="connsiteY2" fmla="*/ 0 h 10040"/>
              <a:gd name="connsiteX3" fmla="*/ 13855 w 14636"/>
              <a:gd name="connsiteY3" fmla="*/ 1205 h 10040"/>
              <a:gd name="connsiteX4" fmla="*/ 9205 w 14636"/>
              <a:gd name="connsiteY4" fmla="*/ 10040 h 10040"/>
              <a:gd name="connsiteX5" fmla="*/ 0 w 14636"/>
              <a:gd name="connsiteY5" fmla="*/ 10020 h 10040"/>
              <a:gd name="connsiteX0" fmla="*/ 0 w 14636"/>
              <a:gd name="connsiteY0" fmla="*/ 10020 h 10040"/>
              <a:gd name="connsiteX1" fmla="*/ 5886 w 14636"/>
              <a:gd name="connsiteY1" fmla="*/ 1 h 10040"/>
              <a:gd name="connsiteX2" fmla="*/ 14636 w 14636"/>
              <a:gd name="connsiteY2" fmla="*/ 0 h 10040"/>
              <a:gd name="connsiteX3" fmla="*/ 13924 w 14636"/>
              <a:gd name="connsiteY3" fmla="*/ 1245 h 10040"/>
              <a:gd name="connsiteX4" fmla="*/ 9205 w 14636"/>
              <a:gd name="connsiteY4" fmla="*/ 10040 h 10040"/>
              <a:gd name="connsiteX5" fmla="*/ 0 w 14636"/>
              <a:gd name="connsiteY5" fmla="*/ 10020 h 10040"/>
              <a:gd name="connsiteX0" fmla="*/ 0 w 14980"/>
              <a:gd name="connsiteY0" fmla="*/ 10040 h 10060"/>
              <a:gd name="connsiteX1" fmla="*/ 5886 w 14980"/>
              <a:gd name="connsiteY1" fmla="*/ 21 h 10060"/>
              <a:gd name="connsiteX2" fmla="*/ 14980 w 14980"/>
              <a:gd name="connsiteY2" fmla="*/ 0 h 10060"/>
              <a:gd name="connsiteX3" fmla="*/ 13924 w 14980"/>
              <a:gd name="connsiteY3" fmla="*/ 1265 h 10060"/>
              <a:gd name="connsiteX4" fmla="*/ 9205 w 14980"/>
              <a:gd name="connsiteY4" fmla="*/ 10060 h 10060"/>
              <a:gd name="connsiteX5" fmla="*/ 0 w 14980"/>
              <a:gd name="connsiteY5" fmla="*/ 10040 h 10060"/>
              <a:gd name="connsiteX0" fmla="*/ 0 w 14980"/>
              <a:gd name="connsiteY0" fmla="*/ 10040 h 10060"/>
              <a:gd name="connsiteX1" fmla="*/ 5886 w 14980"/>
              <a:gd name="connsiteY1" fmla="*/ 21 h 10060"/>
              <a:gd name="connsiteX2" fmla="*/ 14980 w 14980"/>
              <a:gd name="connsiteY2" fmla="*/ 0 h 10060"/>
              <a:gd name="connsiteX3" fmla="*/ 14268 w 14980"/>
              <a:gd name="connsiteY3" fmla="*/ 1364 h 10060"/>
              <a:gd name="connsiteX4" fmla="*/ 9205 w 14980"/>
              <a:gd name="connsiteY4" fmla="*/ 10060 h 10060"/>
              <a:gd name="connsiteX5" fmla="*/ 0 w 14980"/>
              <a:gd name="connsiteY5" fmla="*/ 10040 h 10060"/>
              <a:gd name="connsiteX0" fmla="*/ 0 w 14980"/>
              <a:gd name="connsiteY0" fmla="*/ 10040 h 10060"/>
              <a:gd name="connsiteX1" fmla="*/ 5886 w 14980"/>
              <a:gd name="connsiteY1" fmla="*/ 21 h 10060"/>
              <a:gd name="connsiteX2" fmla="*/ 14980 w 14980"/>
              <a:gd name="connsiteY2" fmla="*/ 0 h 10060"/>
              <a:gd name="connsiteX3" fmla="*/ 14165 w 14980"/>
              <a:gd name="connsiteY3" fmla="*/ 1443 h 10060"/>
              <a:gd name="connsiteX4" fmla="*/ 9205 w 14980"/>
              <a:gd name="connsiteY4" fmla="*/ 10060 h 10060"/>
              <a:gd name="connsiteX5" fmla="*/ 0 w 14980"/>
              <a:gd name="connsiteY5" fmla="*/ 10040 h 10060"/>
              <a:gd name="connsiteX0" fmla="*/ 0 w 15012"/>
              <a:gd name="connsiteY0" fmla="*/ 10019 h 10039"/>
              <a:gd name="connsiteX1" fmla="*/ 5886 w 15012"/>
              <a:gd name="connsiteY1" fmla="*/ 0 h 10039"/>
              <a:gd name="connsiteX2" fmla="*/ 15012 w 15012"/>
              <a:gd name="connsiteY2" fmla="*/ 21 h 10039"/>
              <a:gd name="connsiteX3" fmla="*/ 14165 w 15012"/>
              <a:gd name="connsiteY3" fmla="*/ 1422 h 10039"/>
              <a:gd name="connsiteX4" fmla="*/ 9205 w 15012"/>
              <a:gd name="connsiteY4" fmla="*/ 10039 h 10039"/>
              <a:gd name="connsiteX5" fmla="*/ 0 w 15012"/>
              <a:gd name="connsiteY5" fmla="*/ 10019 h 10039"/>
              <a:gd name="connsiteX0" fmla="*/ 0 w 15012"/>
              <a:gd name="connsiteY0" fmla="*/ 9998 h 10018"/>
              <a:gd name="connsiteX1" fmla="*/ 5878 w 15012"/>
              <a:gd name="connsiteY1" fmla="*/ 7 h 10018"/>
              <a:gd name="connsiteX2" fmla="*/ 15012 w 15012"/>
              <a:gd name="connsiteY2" fmla="*/ 0 h 10018"/>
              <a:gd name="connsiteX3" fmla="*/ 14165 w 15012"/>
              <a:gd name="connsiteY3" fmla="*/ 1401 h 10018"/>
              <a:gd name="connsiteX4" fmla="*/ 9205 w 15012"/>
              <a:gd name="connsiteY4" fmla="*/ 10018 h 10018"/>
              <a:gd name="connsiteX5" fmla="*/ 0 w 15012"/>
              <a:gd name="connsiteY5" fmla="*/ 9998 h 10018"/>
              <a:gd name="connsiteX0" fmla="*/ 0 w 15012"/>
              <a:gd name="connsiteY0" fmla="*/ 9998 h 10018"/>
              <a:gd name="connsiteX1" fmla="*/ 5862 w 15012"/>
              <a:gd name="connsiteY1" fmla="*/ 2 h 10018"/>
              <a:gd name="connsiteX2" fmla="*/ 15012 w 15012"/>
              <a:gd name="connsiteY2" fmla="*/ 0 h 10018"/>
              <a:gd name="connsiteX3" fmla="*/ 14165 w 15012"/>
              <a:gd name="connsiteY3" fmla="*/ 1401 h 10018"/>
              <a:gd name="connsiteX4" fmla="*/ 9205 w 15012"/>
              <a:gd name="connsiteY4" fmla="*/ 10018 h 10018"/>
              <a:gd name="connsiteX5" fmla="*/ 0 w 15012"/>
              <a:gd name="connsiteY5" fmla="*/ 9998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012" h="10018">
                <a:moveTo>
                  <a:pt x="0" y="9998"/>
                </a:moveTo>
                <a:lnTo>
                  <a:pt x="5862" y="2"/>
                </a:lnTo>
                <a:lnTo>
                  <a:pt x="15012" y="0"/>
                </a:lnTo>
                <a:cubicBezTo>
                  <a:pt x="15010" y="27"/>
                  <a:pt x="14167" y="1374"/>
                  <a:pt x="14165" y="1401"/>
                </a:cubicBezTo>
                <a:lnTo>
                  <a:pt x="9205" y="10018"/>
                </a:lnTo>
                <a:lnTo>
                  <a:pt x="0" y="9998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Flowchart: Data 5"/>
          <p:cNvSpPr/>
          <p:nvPr/>
        </p:nvSpPr>
        <p:spPr>
          <a:xfrm>
            <a:off x="2271894" y="-164554"/>
            <a:ext cx="2463812" cy="40383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3254"/>
              <a:gd name="connsiteY0" fmla="*/ 10000 h 10000"/>
              <a:gd name="connsiteX1" fmla="*/ 2000 w 13254"/>
              <a:gd name="connsiteY1" fmla="*/ 0 h 10000"/>
              <a:gd name="connsiteX2" fmla="*/ 13254 w 13254"/>
              <a:gd name="connsiteY2" fmla="*/ 0 h 10000"/>
              <a:gd name="connsiteX3" fmla="*/ 8000 w 13254"/>
              <a:gd name="connsiteY3" fmla="*/ 10000 h 10000"/>
              <a:gd name="connsiteX4" fmla="*/ 0 w 13254"/>
              <a:gd name="connsiteY4" fmla="*/ 10000 h 10000"/>
              <a:gd name="connsiteX0" fmla="*/ 0 w 13254"/>
              <a:gd name="connsiteY0" fmla="*/ 10000 h 10000"/>
              <a:gd name="connsiteX1" fmla="*/ 6089 w 13254"/>
              <a:gd name="connsiteY1" fmla="*/ 61 h 10000"/>
              <a:gd name="connsiteX2" fmla="*/ 13254 w 13254"/>
              <a:gd name="connsiteY2" fmla="*/ 0 h 10000"/>
              <a:gd name="connsiteX3" fmla="*/ 8000 w 13254"/>
              <a:gd name="connsiteY3" fmla="*/ 10000 h 10000"/>
              <a:gd name="connsiteX4" fmla="*/ 0 w 13254"/>
              <a:gd name="connsiteY4" fmla="*/ 10000 h 10000"/>
              <a:gd name="connsiteX0" fmla="*/ 0 w 13254"/>
              <a:gd name="connsiteY0" fmla="*/ 10000 h 10000"/>
              <a:gd name="connsiteX1" fmla="*/ 6118 w 13254"/>
              <a:gd name="connsiteY1" fmla="*/ 21 h 10000"/>
              <a:gd name="connsiteX2" fmla="*/ 13254 w 13254"/>
              <a:gd name="connsiteY2" fmla="*/ 0 h 10000"/>
              <a:gd name="connsiteX3" fmla="*/ 8000 w 13254"/>
              <a:gd name="connsiteY3" fmla="*/ 10000 h 10000"/>
              <a:gd name="connsiteX4" fmla="*/ 0 w 13254"/>
              <a:gd name="connsiteY4" fmla="*/ 10000 h 10000"/>
              <a:gd name="connsiteX0" fmla="*/ 0 w 14113"/>
              <a:gd name="connsiteY0" fmla="*/ 10000 h 10000"/>
              <a:gd name="connsiteX1" fmla="*/ 6118 w 14113"/>
              <a:gd name="connsiteY1" fmla="*/ 21 h 10000"/>
              <a:gd name="connsiteX2" fmla="*/ 13254 w 14113"/>
              <a:gd name="connsiteY2" fmla="*/ 0 h 10000"/>
              <a:gd name="connsiteX3" fmla="*/ 14113 w 14113"/>
              <a:gd name="connsiteY3" fmla="*/ 20 h 10000"/>
              <a:gd name="connsiteX4" fmla="*/ 8000 w 14113"/>
              <a:gd name="connsiteY4" fmla="*/ 10000 h 10000"/>
              <a:gd name="connsiteX5" fmla="*/ 0 w 14113"/>
              <a:gd name="connsiteY5" fmla="*/ 10000 h 10000"/>
              <a:gd name="connsiteX0" fmla="*/ 0 w 14113"/>
              <a:gd name="connsiteY0" fmla="*/ 10019 h 10019"/>
              <a:gd name="connsiteX1" fmla="*/ 6953 w 14113"/>
              <a:gd name="connsiteY1" fmla="*/ 0 h 10019"/>
              <a:gd name="connsiteX2" fmla="*/ 13254 w 14113"/>
              <a:gd name="connsiteY2" fmla="*/ 19 h 10019"/>
              <a:gd name="connsiteX3" fmla="*/ 14113 w 14113"/>
              <a:gd name="connsiteY3" fmla="*/ 39 h 10019"/>
              <a:gd name="connsiteX4" fmla="*/ 8000 w 14113"/>
              <a:gd name="connsiteY4" fmla="*/ 10019 h 10019"/>
              <a:gd name="connsiteX5" fmla="*/ 0 w 14113"/>
              <a:gd name="connsiteY5" fmla="*/ 10019 h 10019"/>
              <a:gd name="connsiteX0" fmla="*/ 0 w 13254"/>
              <a:gd name="connsiteY0" fmla="*/ 10019 h 10019"/>
              <a:gd name="connsiteX1" fmla="*/ 6953 w 13254"/>
              <a:gd name="connsiteY1" fmla="*/ 0 h 10019"/>
              <a:gd name="connsiteX2" fmla="*/ 13254 w 13254"/>
              <a:gd name="connsiteY2" fmla="*/ 19 h 10019"/>
              <a:gd name="connsiteX3" fmla="*/ 10514 w 13254"/>
              <a:gd name="connsiteY3" fmla="*/ 888 h 10019"/>
              <a:gd name="connsiteX4" fmla="*/ 8000 w 13254"/>
              <a:gd name="connsiteY4" fmla="*/ 10019 h 10019"/>
              <a:gd name="connsiteX5" fmla="*/ 0 w 13254"/>
              <a:gd name="connsiteY5" fmla="*/ 10019 h 10019"/>
              <a:gd name="connsiteX0" fmla="*/ 0 w 13653"/>
              <a:gd name="connsiteY0" fmla="*/ 10019 h 10019"/>
              <a:gd name="connsiteX1" fmla="*/ 6953 w 13653"/>
              <a:gd name="connsiteY1" fmla="*/ 0 h 10019"/>
              <a:gd name="connsiteX2" fmla="*/ 13254 w 13653"/>
              <a:gd name="connsiteY2" fmla="*/ 19 h 10019"/>
              <a:gd name="connsiteX3" fmla="*/ 13653 w 13653"/>
              <a:gd name="connsiteY3" fmla="*/ 1145 h 10019"/>
              <a:gd name="connsiteX4" fmla="*/ 8000 w 13653"/>
              <a:gd name="connsiteY4" fmla="*/ 10019 h 10019"/>
              <a:gd name="connsiteX5" fmla="*/ 0 w 13653"/>
              <a:gd name="connsiteY5" fmla="*/ 10019 h 10019"/>
              <a:gd name="connsiteX0" fmla="*/ 0 w 14636"/>
              <a:gd name="connsiteY0" fmla="*/ 10020 h 10020"/>
              <a:gd name="connsiteX1" fmla="*/ 6953 w 14636"/>
              <a:gd name="connsiteY1" fmla="*/ 1 h 10020"/>
              <a:gd name="connsiteX2" fmla="*/ 14636 w 14636"/>
              <a:gd name="connsiteY2" fmla="*/ 0 h 10020"/>
              <a:gd name="connsiteX3" fmla="*/ 13653 w 14636"/>
              <a:gd name="connsiteY3" fmla="*/ 1146 h 10020"/>
              <a:gd name="connsiteX4" fmla="*/ 8000 w 14636"/>
              <a:gd name="connsiteY4" fmla="*/ 10020 h 10020"/>
              <a:gd name="connsiteX5" fmla="*/ 0 w 14636"/>
              <a:gd name="connsiteY5" fmla="*/ 10020 h 10020"/>
              <a:gd name="connsiteX0" fmla="*/ 0 w 14636"/>
              <a:gd name="connsiteY0" fmla="*/ 10020 h 10020"/>
              <a:gd name="connsiteX1" fmla="*/ 6953 w 14636"/>
              <a:gd name="connsiteY1" fmla="*/ 1 h 10020"/>
              <a:gd name="connsiteX2" fmla="*/ 14636 w 14636"/>
              <a:gd name="connsiteY2" fmla="*/ 0 h 10020"/>
              <a:gd name="connsiteX3" fmla="*/ 13855 w 14636"/>
              <a:gd name="connsiteY3" fmla="*/ 1205 h 10020"/>
              <a:gd name="connsiteX4" fmla="*/ 8000 w 14636"/>
              <a:gd name="connsiteY4" fmla="*/ 10020 h 10020"/>
              <a:gd name="connsiteX5" fmla="*/ 0 w 14636"/>
              <a:gd name="connsiteY5" fmla="*/ 10020 h 10020"/>
              <a:gd name="connsiteX0" fmla="*/ 0 w 14636"/>
              <a:gd name="connsiteY0" fmla="*/ 10020 h 10020"/>
              <a:gd name="connsiteX1" fmla="*/ 5886 w 14636"/>
              <a:gd name="connsiteY1" fmla="*/ 1 h 10020"/>
              <a:gd name="connsiteX2" fmla="*/ 14636 w 14636"/>
              <a:gd name="connsiteY2" fmla="*/ 0 h 10020"/>
              <a:gd name="connsiteX3" fmla="*/ 13855 w 14636"/>
              <a:gd name="connsiteY3" fmla="*/ 1205 h 10020"/>
              <a:gd name="connsiteX4" fmla="*/ 8000 w 14636"/>
              <a:gd name="connsiteY4" fmla="*/ 10020 h 10020"/>
              <a:gd name="connsiteX5" fmla="*/ 0 w 14636"/>
              <a:gd name="connsiteY5" fmla="*/ 10020 h 10020"/>
              <a:gd name="connsiteX0" fmla="*/ 0 w 14636"/>
              <a:gd name="connsiteY0" fmla="*/ 10020 h 10040"/>
              <a:gd name="connsiteX1" fmla="*/ 5886 w 14636"/>
              <a:gd name="connsiteY1" fmla="*/ 1 h 10040"/>
              <a:gd name="connsiteX2" fmla="*/ 14636 w 14636"/>
              <a:gd name="connsiteY2" fmla="*/ 0 h 10040"/>
              <a:gd name="connsiteX3" fmla="*/ 13855 w 14636"/>
              <a:gd name="connsiteY3" fmla="*/ 1205 h 10040"/>
              <a:gd name="connsiteX4" fmla="*/ 9205 w 14636"/>
              <a:gd name="connsiteY4" fmla="*/ 10040 h 10040"/>
              <a:gd name="connsiteX5" fmla="*/ 0 w 14636"/>
              <a:gd name="connsiteY5" fmla="*/ 10020 h 10040"/>
              <a:gd name="connsiteX0" fmla="*/ 0 w 14636"/>
              <a:gd name="connsiteY0" fmla="*/ 10020 h 10040"/>
              <a:gd name="connsiteX1" fmla="*/ 5886 w 14636"/>
              <a:gd name="connsiteY1" fmla="*/ 1 h 10040"/>
              <a:gd name="connsiteX2" fmla="*/ 14636 w 14636"/>
              <a:gd name="connsiteY2" fmla="*/ 0 h 10040"/>
              <a:gd name="connsiteX3" fmla="*/ 13924 w 14636"/>
              <a:gd name="connsiteY3" fmla="*/ 1245 h 10040"/>
              <a:gd name="connsiteX4" fmla="*/ 9205 w 14636"/>
              <a:gd name="connsiteY4" fmla="*/ 10040 h 10040"/>
              <a:gd name="connsiteX5" fmla="*/ 0 w 14636"/>
              <a:gd name="connsiteY5" fmla="*/ 10020 h 10040"/>
              <a:gd name="connsiteX0" fmla="*/ 0 w 14980"/>
              <a:gd name="connsiteY0" fmla="*/ 10040 h 10060"/>
              <a:gd name="connsiteX1" fmla="*/ 5886 w 14980"/>
              <a:gd name="connsiteY1" fmla="*/ 21 h 10060"/>
              <a:gd name="connsiteX2" fmla="*/ 14980 w 14980"/>
              <a:gd name="connsiteY2" fmla="*/ 0 h 10060"/>
              <a:gd name="connsiteX3" fmla="*/ 13924 w 14980"/>
              <a:gd name="connsiteY3" fmla="*/ 1265 h 10060"/>
              <a:gd name="connsiteX4" fmla="*/ 9205 w 14980"/>
              <a:gd name="connsiteY4" fmla="*/ 10060 h 10060"/>
              <a:gd name="connsiteX5" fmla="*/ 0 w 14980"/>
              <a:gd name="connsiteY5" fmla="*/ 10040 h 10060"/>
              <a:gd name="connsiteX0" fmla="*/ 0 w 14980"/>
              <a:gd name="connsiteY0" fmla="*/ 10040 h 10060"/>
              <a:gd name="connsiteX1" fmla="*/ 5886 w 14980"/>
              <a:gd name="connsiteY1" fmla="*/ 21 h 10060"/>
              <a:gd name="connsiteX2" fmla="*/ 14980 w 14980"/>
              <a:gd name="connsiteY2" fmla="*/ 0 h 10060"/>
              <a:gd name="connsiteX3" fmla="*/ 14268 w 14980"/>
              <a:gd name="connsiteY3" fmla="*/ 1364 h 10060"/>
              <a:gd name="connsiteX4" fmla="*/ 9205 w 14980"/>
              <a:gd name="connsiteY4" fmla="*/ 10060 h 10060"/>
              <a:gd name="connsiteX5" fmla="*/ 0 w 14980"/>
              <a:gd name="connsiteY5" fmla="*/ 10040 h 10060"/>
              <a:gd name="connsiteX0" fmla="*/ 0 w 14980"/>
              <a:gd name="connsiteY0" fmla="*/ 10040 h 10060"/>
              <a:gd name="connsiteX1" fmla="*/ 5886 w 14980"/>
              <a:gd name="connsiteY1" fmla="*/ 21 h 10060"/>
              <a:gd name="connsiteX2" fmla="*/ 14980 w 14980"/>
              <a:gd name="connsiteY2" fmla="*/ 0 h 10060"/>
              <a:gd name="connsiteX3" fmla="*/ 14165 w 14980"/>
              <a:gd name="connsiteY3" fmla="*/ 1443 h 10060"/>
              <a:gd name="connsiteX4" fmla="*/ 9205 w 14980"/>
              <a:gd name="connsiteY4" fmla="*/ 10060 h 10060"/>
              <a:gd name="connsiteX5" fmla="*/ 0 w 14980"/>
              <a:gd name="connsiteY5" fmla="*/ 10040 h 10060"/>
              <a:gd name="connsiteX0" fmla="*/ 0 w 20528"/>
              <a:gd name="connsiteY0" fmla="*/ 10019 h 10039"/>
              <a:gd name="connsiteX1" fmla="*/ 5886 w 20528"/>
              <a:gd name="connsiteY1" fmla="*/ 0 h 10039"/>
              <a:gd name="connsiteX2" fmla="*/ 20528 w 20528"/>
              <a:gd name="connsiteY2" fmla="*/ 44 h 10039"/>
              <a:gd name="connsiteX3" fmla="*/ 14165 w 20528"/>
              <a:gd name="connsiteY3" fmla="*/ 1422 h 10039"/>
              <a:gd name="connsiteX4" fmla="*/ 9205 w 20528"/>
              <a:gd name="connsiteY4" fmla="*/ 10039 h 10039"/>
              <a:gd name="connsiteX5" fmla="*/ 0 w 20528"/>
              <a:gd name="connsiteY5" fmla="*/ 10019 h 10039"/>
              <a:gd name="connsiteX0" fmla="*/ 0 w 20528"/>
              <a:gd name="connsiteY0" fmla="*/ 10019 h 10039"/>
              <a:gd name="connsiteX1" fmla="*/ 5886 w 20528"/>
              <a:gd name="connsiteY1" fmla="*/ 0 h 10039"/>
              <a:gd name="connsiteX2" fmla="*/ 20528 w 20528"/>
              <a:gd name="connsiteY2" fmla="*/ 44 h 10039"/>
              <a:gd name="connsiteX3" fmla="*/ 18524 w 20528"/>
              <a:gd name="connsiteY3" fmla="*/ 1607 h 10039"/>
              <a:gd name="connsiteX4" fmla="*/ 9205 w 20528"/>
              <a:gd name="connsiteY4" fmla="*/ 10039 h 10039"/>
              <a:gd name="connsiteX5" fmla="*/ 0 w 20528"/>
              <a:gd name="connsiteY5" fmla="*/ 10019 h 10039"/>
              <a:gd name="connsiteX0" fmla="*/ 0 w 20528"/>
              <a:gd name="connsiteY0" fmla="*/ 9991 h 10011"/>
              <a:gd name="connsiteX1" fmla="*/ 14274 w 20528"/>
              <a:gd name="connsiteY1" fmla="*/ 0 h 10011"/>
              <a:gd name="connsiteX2" fmla="*/ 20528 w 20528"/>
              <a:gd name="connsiteY2" fmla="*/ 16 h 10011"/>
              <a:gd name="connsiteX3" fmla="*/ 18524 w 20528"/>
              <a:gd name="connsiteY3" fmla="*/ 1579 h 10011"/>
              <a:gd name="connsiteX4" fmla="*/ 9205 w 20528"/>
              <a:gd name="connsiteY4" fmla="*/ 10011 h 10011"/>
              <a:gd name="connsiteX5" fmla="*/ 0 w 20528"/>
              <a:gd name="connsiteY5" fmla="*/ 9991 h 10011"/>
              <a:gd name="connsiteX0" fmla="*/ 0 w 32505"/>
              <a:gd name="connsiteY0" fmla="*/ 9991 h 10011"/>
              <a:gd name="connsiteX1" fmla="*/ 14274 w 32505"/>
              <a:gd name="connsiteY1" fmla="*/ 0 h 10011"/>
              <a:gd name="connsiteX2" fmla="*/ 32505 w 32505"/>
              <a:gd name="connsiteY2" fmla="*/ 16 h 10011"/>
              <a:gd name="connsiteX3" fmla="*/ 18524 w 32505"/>
              <a:gd name="connsiteY3" fmla="*/ 1579 h 10011"/>
              <a:gd name="connsiteX4" fmla="*/ 9205 w 32505"/>
              <a:gd name="connsiteY4" fmla="*/ 10011 h 10011"/>
              <a:gd name="connsiteX5" fmla="*/ 0 w 32505"/>
              <a:gd name="connsiteY5" fmla="*/ 9991 h 10011"/>
              <a:gd name="connsiteX0" fmla="*/ 0 w 32505"/>
              <a:gd name="connsiteY0" fmla="*/ 9991 h 10011"/>
              <a:gd name="connsiteX1" fmla="*/ 14274 w 32505"/>
              <a:gd name="connsiteY1" fmla="*/ 0 h 10011"/>
              <a:gd name="connsiteX2" fmla="*/ 32505 w 32505"/>
              <a:gd name="connsiteY2" fmla="*/ 16 h 10011"/>
              <a:gd name="connsiteX3" fmla="*/ 27542 w 32505"/>
              <a:gd name="connsiteY3" fmla="*/ 2152 h 10011"/>
              <a:gd name="connsiteX4" fmla="*/ 9205 w 32505"/>
              <a:gd name="connsiteY4" fmla="*/ 10011 h 10011"/>
              <a:gd name="connsiteX5" fmla="*/ 0 w 32505"/>
              <a:gd name="connsiteY5" fmla="*/ 9991 h 10011"/>
              <a:gd name="connsiteX0" fmla="*/ 0 w 32505"/>
              <a:gd name="connsiteY0" fmla="*/ 10011 h 10031"/>
              <a:gd name="connsiteX1" fmla="*/ 24278 w 32505"/>
              <a:gd name="connsiteY1" fmla="*/ 0 h 10031"/>
              <a:gd name="connsiteX2" fmla="*/ 32505 w 32505"/>
              <a:gd name="connsiteY2" fmla="*/ 36 h 10031"/>
              <a:gd name="connsiteX3" fmla="*/ 27542 w 32505"/>
              <a:gd name="connsiteY3" fmla="*/ 2172 h 10031"/>
              <a:gd name="connsiteX4" fmla="*/ 9205 w 32505"/>
              <a:gd name="connsiteY4" fmla="*/ 10031 h 10031"/>
              <a:gd name="connsiteX5" fmla="*/ 0 w 32505"/>
              <a:gd name="connsiteY5" fmla="*/ 10011 h 10031"/>
              <a:gd name="connsiteX0" fmla="*/ 0 w 36450"/>
              <a:gd name="connsiteY0" fmla="*/ 10011 h 10031"/>
              <a:gd name="connsiteX1" fmla="*/ 24278 w 36450"/>
              <a:gd name="connsiteY1" fmla="*/ 0 h 10031"/>
              <a:gd name="connsiteX2" fmla="*/ 36450 w 36450"/>
              <a:gd name="connsiteY2" fmla="*/ 10 h 10031"/>
              <a:gd name="connsiteX3" fmla="*/ 27542 w 36450"/>
              <a:gd name="connsiteY3" fmla="*/ 2172 h 10031"/>
              <a:gd name="connsiteX4" fmla="*/ 9205 w 36450"/>
              <a:gd name="connsiteY4" fmla="*/ 10031 h 10031"/>
              <a:gd name="connsiteX5" fmla="*/ 0 w 36450"/>
              <a:gd name="connsiteY5" fmla="*/ 10011 h 10031"/>
              <a:gd name="connsiteX0" fmla="*/ 0 w 36450"/>
              <a:gd name="connsiteY0" fmla="*/ 10011 h 10031"/>
              <a:gd name="connsiteX1" fmla="*/ 24278 w 36450"/>
              <a:gd name="connsiteY1" fmla="*/ 0 h 10031"/>
              <a:gd name="connsiteX2" fmla="*/ 36450 w 36450"/>
              <a:gd name="connsiteY2" fmla="*/ 10 h 10031"/>
              <a:gd name="connsiteX3" fmla="*/ 29374 w 36450"/>
              <a:gd name="connsiteY3" fmla="*/ 2566 h 10031"/>
              <a:gd name="connsiteX4" fmla="*/ 9205 w 36450"/>
              <a:gd name="connsiteY4" fmla="*/ 10031 h 10031"/>
              <a:gd name="connsiteX5" fmla="*/ 0 w 36450"/>
              <a:gd name="connsiteY5" fmla="*/ 10011 h 10031"/>
              <a:gd name="connsiteX0" fmla="*/ 0 w 36450"/>
              <a:gd name="connsiteY0" fmla="*/ 10011 h 10057"/>
              <a:gd name="connsiteX1" fmla="*/ 24278 w 36450"/>
              <a:gd name="connsiteY1" fmla="*/ 0 h 10057"/>
              <a:gd name="connsiteX2" fmla="*/ 36450 w 36450"/>
              <a:gd name="connsiteY2" fmla="*/ 10 h 10057"/>
              <a:gd name="connsiteX3" fmla="*/ 29374 w 36450"/>
              <a:gd name="connsiteY3" fmla="*/ 2566 h 10057"/>
              <a:gd name="connsiteX4" fmla="*/ 16109 w 36450"/>
              <a:gd name="connsiteY4" fmla="*/ 10057 h 10057"/>
              <a:gd name="connsiteX5" fmla="*/ 0 w 36450"/>
              <a:gd name="connsiteY5" fmla="*/ 10011 h 10057"/>
              <a:gd name="connsiteX0" fmla="*/ 0 w 36450"/>
              <a:gd name="connsiteY0" fmla="*/ 10011 h 10057"/>
              <a:gd name="connsiteX1" fmla="*/ 24278 w 36450"/>
              <a:gd name="connsiteY1" fmla="*/ 0 h 10057"/>
              <a:gd name="connsiteX2" fmla="*/ 36450 w 36450"/>
              <a:gd name="connsiteY2" fmla="*/ 10 h 10057"/>
              <a:gd name="connsiteX3" fmla="*/ 30501 w 36450"/>
              <a:gd name="connsiteY3" fmla="*/ 2671 h 10057"/>
              <a:gd name="connsiteX4" fmla="*/ 16109 w 36450"/>
              <a:gd name="connsiteY4" fmla="*/ 10057 h 10057"/>
              <a:gd name="connsiteX5" fmla="*/ 0 w 36450"/>
              <a:gd name="connsiteY5" fmla="*/ 10011 h 10057"/>
              <a:gd name="connsiteX0" fmla="*/ 0 w 35323"/>
              <a:gd name="connsiteY0" fmla="*/ 10011 h 10057"/>
              <a:gd name="connsiteX1" fmla="*/ 24278 w 35323"/>
              <a:gd name="connsiteY1" fmla="*/ 0 h 10057"/>
              <a:gd name="connsiteX2" fmla="*/ 35323 w 35323"/>
              <a:gd name="connsiteY2" fmla="*/ 10 h 10057"/>
              <a:gd name="connsiteX3" fmla="*/ 30501 w 35323"/>
              <a:gd name="connsiteY3" fmla="*/ 2671 h 10057"/>
              <a:gd name="connsiteX4" fmla="*/ 16109 w 35323"/>
              <a:gd name="connsiteY4" fmla="*/ 10057 h 10057"/>
              <a:gd name="connsiteX5" fmla="*/ 0 w 35323"/>
              <a:gd name="connsiteY5" fmla="*/ 10011 h 10057"/>
              <a:gd name="connsiteX0" fmla="*/ 0 w 35323"/>
              <a:gd name="connsiteY0" fmla="*/ 10011 h 10057"/>
              <a:gd name="connsiteX1" fmla="*/ 24278 w 35323"/>
              <a:gd name="connsiteY1" fmla="*/ 0 h 10057"/>
              <a:gd name="connsiteX2" fmla="*/ 35323 w 35323"/>
              <a:gd name="connsiteY2" fmla="*/ 10 h 10057"/>
              <a:gd name="connsiteX3" fmla="*/ 29796 w 35323"/>
              <a:gd name="connsiteY3" fmla="*/ 2514 h 10057"/>
              <a:gd name="connsiteX4" fmla="*/ 16109 w 35323"/>
              <a:gd name="connsiteY4" fmla="*/ 10057 h 10057"/>
              <a:gd name="connsiteX5" fmla="*/ 0 w 35323"/>
              <a:gd name="connsiteY5" fmla="*/ 10011 h 10057"/>
              <a:gd name="connsiteX0" fmla="*/ 0 w 35323"/>
              <a:gd name="connsiteY0" fmla="*/ 10011 h 10057"/>
              <a:gd name="connsiteX1" fmla="*/ 24278 w 35323"/>
              <a:gd name="connsiteY1" fmla="*/ 0 h 10057"/>
              <a:gd name="connsiteX2" fmla="*/ 35323 w 35323"/>
              <a:gd name="connsiteY2" fmla="*/ 10 h 10057"/>
              <a:gd name="connsiteX3" fmla="*/ 29937 w 35323"/>
              <a:gd name="connsiteY3" fmla="*/ 2619 h 10057"/>
              <a:gd name="connsiteX4" fmla="*/ 16109 w 35323"/>
              <a:gd name="connsiteY4" fmla="*/ 10057 h 10057"/>
              <a:gd name="connsiteX5" fmla="*/ 0 w 35323"/>
              <a:gd name="connsiteY5" fmla="*/ 10011 h 10057"/>
              <a:gd name="connsiteX0" fmla="*/ 0 w 31378"/>
              <a:gd name="connsiteY0" fmla="*/ 10011 h 10057"/>
              <a:gd name="connsiteX1" fmla="*/ 20333 w 31378"/>
              <a:gd name="connsiteY1" fmla="*/ 0 h 10057"/>
              <a:gd name="connsiteX2" fmla="*/ 31378 w 31378"/>
              <a:gd name="connsiteY2" fmla="*/ 10 h 10057"/>
              <a:gd name="connsiteX3" fmla="*/ 25992 w 31378"/>
              <a:gd name="connsiteY3" fmla="*/ 2619 h 10057"/>
              <a:gd name="connsiteX4" fmla="*/ 12164 w 31378"/>
              <a:gd name="connsiteY4" fmla="*/ 10057 h 10057"/>
              <a:gd name="connsiteX5" fmla="*/ 0 w 31378"/>
              <a:gd name="connsiteY5" fmla="*/ 10011 h 10057"/>
              <a:gd name="connsiteX0" fmla="*/ 0 w 31378"/>
              <a:gd name="connsiteY0" fmla="*/ 10001 h 10047"/>
              <a:gd name="connsiteX1" fmla="*/ 22588 w 31378"/>
              <a:gd name="connsiteY1" fmla="*/ 42 h 10047"/>
              <a:gd name="connsiteX2" fmla="*/ 31378 w 31378"/>
              <a:gd name="connsiteY2" fmla="*/ 0 h 10047"/>
              <a:gd name="connsiteX3" fmla="*/ 25992 w 31378"/>
              <a:gd name="connsiteY3" fmla="*/ 2609 h 10047"/>
              <a:gd name="connsiteX4" fmla="*/ 12164 w 31378"/>
              <a:gd name="connsiteY4" fmla="*/ 10047 h 10047"/>
              <a:gd name="connsiteX5" fmla="*/ 0 w 31378"/>
              <a:gd name="connsiteY5" fmla="*/ 10001 h 10047"/>
              <a:gd name="connsiteX0" fmla="*/ 0 w 29405"/>
              <a:gd name="connsiteY0" fmla="*/ 10027 h 10047"/>
              <a:gd name="connsiteX1" fmla="*/ 20615 w 29405"/>
              <a:gd name="connsiteY1" fmla="*/ 42 h 10047"/>
              <a:gd name="connsiteX2" fmla="*/ 29405 w 29405"/>
              <a:gd name="connsiteY2" fmla="*/ 0 h 10047"/>
              <a:gd name="connsiteX3" fmla="*/ 24019 w 29405"/>
              <a:gd name="connsiteY3" fmla="*/ 2609 h 10047"/>
              <a:gd name="connsiteX4" fmla="*/ 10191 w 29405"/>
              <a:gd name="connsiteY4" fmla="*/ 10047 h 10047"/>
              <a:gd name="connsiteX5" fmla="*/ 0 w 29405"/>
              <a:gd name="connsiteY5" fmla="*/ 10027 h 10047"/>
              <a:gd name="connsiteX0" fmla="*/ 0 w 29405"/>
              <a:gd name="connsiteY0" fmla="*/ 10027 h 10027"/>
              <a:gd name="connsiteX1" fmla="*/ 20615 w 29405"/>
              <a:gd name="connsiteY1" fmla="*/ 42 h 10027"/>
              <a:gd name="connsiteX2" fmla="*/ 29405 w 29405"/>
              <a:gd name="connsiteY2" fmla="*/ 0 h 10027"/>
              <a:gd name="connsiteX3" fmla="*/ 24019 w 29405"/>
              <a:gd name="connsiteY3" fmla="*/ 2609 h 10027"/>
              <a:gd name="connsiteX4" fmla="*/ 9205 w 29405"/>
              <a:gd name="connsiteY4" fmla="*/ 9995 h 10027"/>
              <a:gd name="connsiteX5" fmla="*/ 0 w 29405"/>
              <a:gd name="connsiteY5" fmla="*/ 10027 h 10027"/>
              <a:gd name="connsiteX0" fmla="*/ 0 w 29969"/>
              <a:gd name="connsiteY0" fmla="*/ 9985 h 9985"/>
              <a:gd name="connsiteX1" fmla="*/ 20615 w 29969"/>
              <a:gd name="connsiteY1" fmla="*/ 0 h 9985"/>
              <a:gd name="connsiteX2" fmla="*/ 29969 w 29969"/>
              <a:gd name="connsiteY2" fmla="*/ 10 h 9985"/>
              <a:gd name="connsiteX3" fmla="*/ 24019 w 29969"/>
              <a:gd name="connsiteY3" fmla="*/ 2567 h 9985"/>
              <a:gd name="connsiteX4" fmla="*/ 9205 w 29969"/>
              <a:gd name="connsiteY4" fmla="*/ 9953 h 9985"/>
              <a:gd name="connsiteX5" fmla="*/ 0 w 29969"/>
              <a:gd name="connsiteY5" fmla="*/ 9985 h 9985"/>
              <a:gd name="connsiteX0" fmla="*/ 0 w 10000"/>
              <a:gd name="connsiteY0" fmla="*/ 10000 h 10000"/>
              <a:gd name="connsiteX1" fmla="*/ 6879 w 10000"/>
              <a:gd name="connsiteY1" fmla="*/ 0 h 10000"/>
              <a:gd name="connsiteX2" fmla="*/ 10000 w 10000"/>
              <a:gd name="connsiteY2" fmla="*/ 10 h 10000"/>
              <a:gd name="connsiteX3" fmla="*/ 8250 w 10000"/>
              <a:gd name="connsiteY3" fmla="*/ 2597 h 10000"/>
              <a:gd name="connsiteX4" fmla="*/ 3072 w 10000"/>
              <a:gd name="connsiteY4" fmla="*/ 9968 h 10000"/>
              <a:gd name="connsiteX5" fmla="*/ 0 w 10000"/>
              <a:gd name="connsiteY5" fmla="*/ 10000 h 10000"/>
              <a:gd name="connsiteX0" fmla="*/ 0 w 10000"/>
              <a:gd name="connsiteY0" fmla="*/ 10000 h 10021"/>
              <a:gd name="connsiteX1" fmla="*/ 6879 w 10000"/>
              <a:gd name="connsiteY1" fmla="*/ 0 h 10021"/>
              <a:gd name="connsiteX2" fmla="*/ 10000 w 10000"/>
              <a:gd name="connsiteY2" fmla="*/ 10 h 10021"/>
              <a:gd name="connsiteX3" fmla="*/ 8250 w 10000"/>
              <a:gd name="connsiteY3" fmla="*/ 2597 h 10021"/>
              <a:gd name="connsiteX4" fmla="*/ 3918 w 10000"/>
              <a:gd name="connsiteY4" fmla="*/ 10021 h 10021"/>
              <a:gd name="connsiteX5" fmla="*/ 0 w 10000"/>
              <a:gd name="connsiteY5" fmla="*/ 10000 h 10021"/>
              <a:gd name="connsiteX0" fmla="*/ 0 w 10000"/>
              <a:gd name="connsiteY0" fmla="*/ 10000 h 10021"/>
              <a:gd name="connsiteX1" fmla="*/ 6879 w 10000"/>
              <a:gd name="connsiteY1" fmla="*/ 0 h 10021"/>
              <a:gd name="connsiteX2" fmla="*/ 10000 w 10000"/>
              <a:gd name="connsiteY2" fmla="*/ 10 h 10021"/>
              <a:gd name="connsiteX3" fmla="*/ 8485 w 10000"/>
              <a:gd name="connsiteY3" fmla="*/ 2702 h 10021"/>
              <a:gd name="connsiteX4" fmla="*/ 3918 w 10000"/>
              <a:gd name="connsiteY4" fmla="*/ 10021 h 10021"/>
              <a:gd name="connsiteX5" fmla="*/ 0 w 10000"/>
              <a:gd name="connsiteY5" fmla="*/ 10000 h 10021"/>
              <a:gd name="connsiteX0" fmla="*/ 0 w 10235"/>
              <a:gd name="connsiteY0" fmla="*/ 10000 h 10021"/>
              <a:gd name="connsiteX1" fmla="*/ 6879 w 10235"/>
              <a:gd name="connsiteY1" fmla="*/ 0 h 10021"/>
              <a:gd name="connsiteX2" fmla="*/ 10235 w 10235"/>
              <a:gd name="connsiteY2" fmla="*/ 115 h 10021"/>
              <a:gd name="connsiteX3" fmla="*/ 8485 w 10235"/>
              <a:gd name="connsiteY3" fmla="*/ 2702 h 10021"/>
              <a:gd name="connsiteX4" fmla="*/ 3918 w 10235"/>
              <a:gd name="connsiteY4" fmla="*/ 10021 h 10021"/>
              <a:gd name="connsiteX5" fmla="*/ 0 w 10235"/>
              <a:gd name="connsiteY5" fmla="*/ 10000 h 10021"/>
              <a:gd name="connsiteX0" fmla="*/ 0 w 10235"/>
              <a:gd name="connsiteY0" fmla="*/ 10069 h 10090"/>
              <a:gd name="connsiteX1" fmla="*/ 6879 w 10235"/>
              <a:gd name="connsiteY1" fmla="*/ 69 h 10090"/>
              <a:gd name="connsiteX2" fmla="*/ 10235 w 10235"/>
              <a:gd name="connsiteY2" fmla="*/ 0 h 10090"/>
              <a:gd name="connsiteX3" fmla="*/ 8485 w 10235"/>
              <a:gd name="connsiteY3" fmla="*/ 2771 h 10090"/>
              <a:gd name="connsiteX4" fmla="*/ 3918 w 10235"/>
              <a:gd name="connsiteY4" fmla="*/ 10090 h 10090"/>
              <a:gd name="connsiteX5" fmla="*/ 0 w 10235"/>
              <a:gd name="connsiteY5" fmla="*/ 10069 h 10090"/>
              <a:gd name="connsiteX0" fmla="*/ 0 w 10235"/>
              <a:gd name="connsiteY0" fmla="*/ 10069 h 10090"/>
              <a:gd name="connsiteX1" fmla="*/ 6879 w 10235"/>
              <a:gd name="connsiteY1" fmla="*/ 69 h 10090"/>
              <a:gd name="connsiteX2" fmla="*/ 10235 w 10235"/>
              <a:gd name="connsiteY2" fmla="*/ 0 h 10090"/>
              <a:gd name="connsiteX3" fmla="*/ 8485 w 10235"/>
              <a:gd name="connsiteY3" fmla="*/ 2771 h 10090"/>
              <a:gd name="connsiteX4" fmla="*/ 4106 w 10235"/>
              <a:gd name="connsiteY4" fmla="*/ 10090 h 10090"/>
              <a:gd name="connsiteX5" fmla="*/ 0 w 10235"/>
              <a:gd name="connsiteY5" fmla="*/ 10069 h 10090"/>
              <a:gd name="connsiteX0" fmla="*/ 0 w 8919"/>
              <a:gd name="connsiteY0" fmla="*/ 10095 h 10095"/>
              <a:gd name="connsiteX1" fmla="*/ 5563 w 8919"/>
              <a:gd name="connsiteY1" fmla="*/ 69 h 10095"/>
              <a:gd name="connsiteX2" fmla="*/ 8919 w 8919"/>
              <a:gd name="connsiteY2" fmla="*/ 0 h 10095"/>
              <a:gd name="connsiteX3" fmla="*/ 7169 w 8919"/>
              <a:gd name="connsiteY3" fmla="*/ 2771 h 10095"/>
              <a:gd name="connsiteX4" fmla="*/ 2790 w 8919"/>
              <a:gd name="connsiteY4" fmla="*/ 10090 h 10095"/>
              <a:gd name="connsiteX5" fmla="*/ 0 w 8919"/>
              <a:gd name="connsiteY5" fmla="*/ 10095 h 10095"/>
              <a:gd name="connsiteX0" fmla="*/ 0 w 10369"/>
              <a:gd name="connsiteY0" fmla="*/ 10026 h 10026"/>
              <a:gd name="connsiteX1" fmla="*/ 6606 w 10369"/>
              <a:gd name="connsiteY1" fmla="*/ 68 h 10026"/>
              <a:gd name="connsiteX2" fmla="*/ 10369 w 10369"/>
              <a:gd name="connsiteY2" fmla="*/ 0 h 10026"/>
              <a:gd name="connsiteX3" fmla="*/ 8407 w 10369"/>
              <a:gd name="connsiteY3" fmla="*/ 2745 h 10026"/>
              <a:gd name="connsiteX4" fmla="*/ 3497 w 10369"/>
              <a:gd name="connsiteY4" fmla="*/ 9995 h 10026"/>
              <a:gd name="connsiteX5" fmla="*/ 0 w 10369"/>
              <a:gd name="connsiteY5" fmla="*/ 10026 h 10026"/>
              <a:gd name="connsiteX0" fmla="*/ 0 w 10369"/>
              <a:gd name="connsiteY0" fmla="*/ 9958 h 9958"/>
              <a:gd name="connsiteX1" fmla="*/ 6606 w 10369"/>
              <a:gd name="connsiteY1" fmla="*/ 0 h 9958"/>
              <a:gd name="connsiteX2" fmla="*/ 10369 w 10369"/>
              <a:gd name="connsiteY2" fmla="*/ 36 h 9958"/>
              <a:gd name="connsiteX3" fmla="*/ 8407 w 10369"/>
              <a:gd name="connsiteY3" fmla="*/ 2677 h 9958"/>
              <a:gd name="connsiteX4" fmla="*/ 3497 w 10369"/>
              <a:gd name="connsiteY4" fmla="*/ 9927 h 9958"/>
              <a:gd name="connsiteX5" fmla="*/ 0 w 10369"/>
              <a:gd name="connsiteY5" fmla="*/ 9958 h 9958"/>
              <a:gd name="connsiteX0" fmla="*/ 0 w 9898"/>
              <a:gd name="connsiteY0" fmla="*/ 10000 h 10000"/>
              <a:gd name="connsiteX1" fmla="*/ 6371 w 9898"/>
              <a:gd name="connsiteY1" fmla="*/ 0 h 10000"/>
              <a:gd name="connsiteX2" fmla="*/ 9898 w 9898"/>
              <a:gd name="connsiteY2" fmla="*/ 10 h 10000"/>
              <a:gd name="connsiteX3" fmla="*/ 8108 w 9898"/>
              <a:gd name="connsiteY3" fmla="*/ 2688 h 10000"/>
              <a:gd name="connsiteX4" fmla="*/ 3373 w 9898"/>
              <a:gd name="connsiteY4" fmla="*/ 9969 h 10000"/>
              <a:gd name="connsiteX5" fmla="*/ 0 w 9898"/>
              <a:gd name="connsiteY5" fmla="*/ 10000 h 10000"/>
              <a:gd name="connsiteX0" fmla="*/ 0 w 10103"/>
              <a:gd name="connsiteY0" fmla="*/ 10016 h 10016"/>
              <a:gd name="connsiteX1" fmla="*/ 6437 w 10103"/>
              <a:gd name="connsiteY1" fmla="*/ 16 h 10016"/>
              <a:gd name="connsiteX2" fmla="*/ 10103 w 10103"/>
              <a:gd name="connsiteY2" fmla="*/ 0 h 10016"/>
              <a:gd name="connsiteX3" fmla="*/ 8192 w 10103"/>
              <a:gd name="connsiteY3" fmla="*/ 2704 h 10016"/>
              <a:gd name="connsiteX4" fmla="*/ 3408 w 10103"/>
              <a:gd name="connsiteY4" fmla="*/ 9985 h 10016"/>
              <a:gd name="connsiteX5" fmla="*/ 0 w 10103"/>
              <a:gd name="connsiteY5" fmla="*/ 10016 h 10016"/>
              <a:gd name="connsiteX0" fmla="*/ 0 w 10103"/>
              <a:gd name="connsiteY0" fmla="*/ 10025 h 10025"/>
              <a:gd name="connsiteX1" fmla="*/ 6425 w 10103"/>
              <a:gd name="connsiteY1" fmla="*/ 0 h 10025"/>
              <a:gd name="connsiteX2" fmla="*/ 10103 w 10103"/>
              <a:gd name="connsiteY2" fmla="*/ 9 h 10025"/>
              <a:gd name="connsiteX3" fmla="*/ 8192 w 10103"/>
              <a:gd name="connsiteY3" fmla="*/ 2713 h 10025"/>
              <a:gd name="connsiteX4" fmla="*/ 3408 w 10103"/>
              <a:gd name="connsiteY4" fmla="*/ 9994 h 10025"/>
              <a:gd name="connsiteX5" fmla="*/ 0 w 10103"/>
              <a:gd name="connsiteY5" fmla="*/ 10025 h 10025"/>
              <a:gd name="connsiteX0" fmla="*/ 0 w 10103"/>
              <a:gd name="connsiteY0" fmla="*/ 10016 h 10016"/>
              <a:gd name="connsiteX1" fmla="*/ 7056 w 10103"/>
              <a:gd name="connsiteY1" fmla="*/ 17 h 10016"/>
              <a:gd name="connsiteX2" fmla="*/ 10103 w 10103"/>
              <a:gd name="connsiteY2" fmla="*/ 0 h 10016"/>
              <a:gd name="connsiteX3" fmla="*/ 8192 w 10103"/>
              <a:gd name="connsiteY3" fmla="*/ 2704 h 10016"/>
              <a:gd name="connsiteX4" fmla="*/ 3408 w 10103"/>
              <a:gd name="connsiteY4" fmla="*/ 9985 h 10016"/>
              <a:gd name="connsiteX5" fmla="*/ 0 w 10103"/>
              <a:gd name="connsiteY5" fmla="*/ 10016 h 10016"/>
              <a:gd name="connsiteX0" fmla="*/ 0 w 9525"/>
              <a:gd name="connsiteY0" fmla="*/ 9964 h 9985"/>
              <a:gd name="connsiteX1" fmla="*/ 6478 w 9525"/>
              <a:gd name="connsiteY1" fmla="*/ 17 h 9985"/>
              <a:gd name="connsiteX2" fmla="*/ 9525 w 9525"/>
              <a:gd name="connsiteY2" fmla="*/ 0 h 9985"/>
              <a:gd name="connsiteX3" fmla="*/ 7614 w 9525"/>
              <a:gd name="connsiteY3" fmla="*/ 2704 h 9985"/>
              <a:gd name="connsiteX4" fmla="*/ 2830 w 9525"/>
              <a:gd name="connsiteY4" fmla="*/ 9985 h 9985"/>
              <a:gd name="connsiteX5" fmla="*/ 0 w 9525"/>
              <a:gd name="connsiteY5" fmla="*/ 9964 h 9985"/>
              <a:gd name="connsiteX0" fmla="*/ 0 w 10000"/>
              <a:gd name="connsiteY0" fmla="*/ 9980 h 10001"/>
              <a:gd name="connsiteX1" fmla="*/ 6853 w 10000"/>
              <a:gd name="connsiteY1" fmla="*/ 0 h 10001"/>
              <a:gd name="connsiteX2" fmla="*/ 10000 w 10000"/>
              <a:gd name="connsiteY2" fmla="*/ 1 h 10001"/>
              <a:gd name="connsiteX3" fmla="*/ 7994 w 10000"/>
              <a:gd name="connsiteY3" fmla="*/ 2709 h 10001"/>
              <a:gd name="connsiteX4" fmla="*/ 2971 w 10000"/>
              <a:gd name="connsiteY4" fmla="*/ 10001 h 10001"/>
              <a:gd name="connsiteX5" fmla="*/ 0 w 10000"/>
              <a:gd name="connsiteY5" fmla="*/ 9980 h 10001"/>
              <a:gd name="connsiteX0" fmla="*/ 0 w 10994"/>
              <a:gd name="connsiteY0" fmla="*/ 10005 h 10026"/>
              <a:gd name="connsiteX1" fmla="*/ 6853 w 10994"/>
              <a:gd name="connsiteY1" fmla="*/ 25 h 10026"/>
              <a:gd name="connsiteX2" fmla="*/ 10994 w 10994"/>
              <a:gd name="connsiteY2" fmla="*/ 0 h 10026"/>
              <a:gd name="connsiteX3" fmla="*/ 7994 w 10994"/>
              <a:gd name="connsiteY3" fmla="*/ 2734 h 10026"/>
              <a:gd name="connsiteX4" fmla="*/ 2971 w 10994"/>
              <a:gd name="connsiteY4" fmla="*/ 10026 h 10026"/>
              <a:gd name="connsiteX5" fmla="*/ 0 w 10994"/>
              <a:gd name="connsiteY5" fmla="*/ 10005 h 10026"/>
              <a:gd name="connsiteX0" fmla="*/ 0 w 10994"/>
              <a:gd name="connsiteY0" fmla="*/ 10005 h 10026"/>
              <a:gd name="connsiteX1" fmla="*/ 6853 w 10994"/>
              <a:gd name="connsiteY1" fmla="*/ 25 h 10026"/>
              <a:gd name="connsiteX2" fmla="*/ 10994 w 10994"/>
              <a:gd name="connsiteY2" fmla="*/ 0 h 10026"/>
              <a:gd name="connsiteX3" fmla="*/ 8822 w 10994"/>
              <a:gd name="connsiteY3" fmla="*/ 2629 h 10026"/>
              <a:gd name="connsiteX4" fmla="*/ 2971 w 10994"/>
              <a:gd name="connsiteY4" fmla="*/ 10026 h 10026"/>
              <a:gd name="connsiteX5" fmla="*/ 0 w 10994"/>
              <a:gd name="connsiteY5" fmla="*/ 10005 h 10026"/>
              <a:gd name="connsiteX0" fmla="*/ 0 w 11491"/>
              <a:gd name="connsiteY0" fmla="*/ 10005 h 10026"/>
              <a:gd name="connsiteX1" fmla="*/ 6853 w 11491"/>
              <a:gd name="connsiteY1" fmla="*/ 25 h 10026"/>
              <a:gd name="connsiteX2" fmla="*/ 11491 w 11491"/>
              <a:gd name="connsiteY2" fmla="*/ 0 h 10026"/>
              <a:gd name="connsiteX3" fmla="*/ 8822 w 11491"/>
              <a:gd name="connsiteY3" fmla="*/ 2629 h 10026"/>
              <a:gd name="connsiteX4" fmla="*/ 2971 w 11491"/>
              <a:gd name="connsiteY4" fmla="*/ 10026 h 10026"/>
              <a:gd name="connsiteX5" fmla="*/ 0 w 11491"/>
              <a:gd name="connsiteY5" fmla="*/ 10005 h 10026"/>
              <a:gd name="connsiteX0" fmla="*/ 0 w 11491"/>
              <a:gd name="connsiteY0" fmla="*/ 10005 h 10026"/>
              <a:gd name="connsiteX1" fmla="*/ 6853 w 11491"/>
              <a:gd name="connsiteY1" fmla="*/ 25 h 10026"/>
              <a:gd name="connsiteX2" fmla="*/ 11491 w 11491"/>
              <a:gd name="connsiteY2" fmla="*/ 0 h 10026"/>
              <a:gd name="connsiteX3" fmla="*/ 10423 w 11491"/>
              <a:gd name="connsiteY3" fmla="*/ 1241 h 10026"/>
              <a:gd name="connsiteX4" fmla="*/ 2971 w 11491"/>
              <a:gd name="connsiteY4" fmla="*/ 10026 h 10026"/>
              <a:gd name="connsiteX5" fmla="*/ 0 w 11491"/>
              <a:gd name="connsiteY5" fmla="*/ 10005 h 10026"/>
              <a:gd name="connsiteX0" fmla="*/ 0 w 11491"/>
              <a:gd name="connsiteY0" fmla="*/ 10005 h 10026"/>
              <a:gd name="connsiteX1" fmla="*/ 6853 w 11491"/>
              <a:gd name="connsiteY1" fmla="*/ 25 h 10026"/>
              <a:gd name="connsiteX2" fmla="*/ 11491 w 11491"/>
              <a:gd name="connsiteY2" fmla="*/ 0 h 10026"/>
              <a:gd name="connsiteX3" fmla="*/ 10423 w 11491"/>
              <a:gd name="connsiteY3" fmla="*/ 1241 h 10026"/>
              <a:gd name="connsiteX4" fmla="*/ 2971 w 11491"/>
              <a:gd name="connsiteY4" fmla="*/ 10026 h 10026"/>
              <a:gd name="connsiteX5" fmla="*/ 0 w 11491"/>
              <a:gd name="connsiteY5" fmla="*/ 10005 h 10026"/>
              <a:gd name="connsiteX0" fmla="*/ 0 w 11491"/>
              <a:gd name="connsiteY0" fmla="*/ 10006 h 10027"/>
              <a:gd name="connsiteX1" fmla="*/ 8564 w 11491"/>
              <a:gd name="connsiteY1" fmla="*/ 0 h 10027"/>
              <a:gd name="connsiteX2" fmla="*/ 11491 w 11491"/>
              <a:gd name="connsiteY2" fmla="*/ 1 h 10027"/>
              <a:gd name="connsiteX3" fmla="*/ 10423 w 11491"/>
              <a:gd name="connsiteY3" fmla="*/ 1242 h 10027"/>
              <a:gd name="connsiteX4" fmla="*/ 2971 w 11491"/>
              <a:gd name="connsiteY4" fmla="*/ 10027 h 10027"/>
              <a:gd name="connsiteX5" fmla="*/ 0 w 11491"/>
              <a:gd name="connsiteY5" fmla="*/ 10006 h 10027"/>
              <a:gd name="connsiteX0" fmla="*/ 0 w 11657"/>
              <a:gd name="connsiteY0" fmla="*/ 10006 h 10027"/>
              <a:gd name="connsiteX1" fmla="*/ 8564 w 11657"/>
              <a:gd name="connsiteY1" fmla="*/ 0 h 10027"/>
              <a:gd name="connsiteX2" fmla="*/ 11657 w 11657"/>
              <a:gd name="connsiteY2" fmla="*/ 1 h 10027"/>
              <a:gd name="connsiteX3" fmla="*/ 10423 w 11657"/>
              <a:gd name="connsiteY3" fmla="*/ 1242 h 10027"/>
              <a:gd name="connsiteX4" fmla="*/ 2971 w 11657"/>
              <a:gd name="connsiteY4" fmla="*/ 10027 h 10027"/>
              <a:gd name="connsiteX5" fmla="*/ 0 w 11657"/>
              <a:gd name="connsiteY5" fmla="*/ 10006 h 10027"/>
              <a:gd name="connsiteX0" fmla="*/ 0 w 11657"/>
              <a:gd name="connsiteY0" fmla="*/ 10006 h 10027"/>
              <a:gd name="connsiteX1" fmla="*/ 8564 w 11657"/>
              <a:gd name="connsiteY1" fmla="*/ 0 h 10027"/>
              <a:gd name="connsiteX2" fmla="*/ 11657 w 11657"/>
              <a:gd name="connsiteY2" fmla="*/ 1 h 10027"/>
              <a:gd name="connsiteX3" fmla="*/ 10478 w 11657"/>
              <a:gd name="connsiteY3" fmla="*/ 1268 h 10027"/>
              <a:gd name="connsiteX4" fmla="*/ 2971 w 11657"/>
              <a:gd name="connsiteY4" fmla="*/ 10027 h 10027"/>
              <a:gd name="connsiteX5" fmla="*/ 0 w 11657"/>
              <a:gd name="connsiteY5" fmla="*/ 10006 h 10027"/>
              <a:gd name="connsiteX0" fmla="*/ 0 w 11657"/>
              <a:gd name="connsiteY0" fmla="*/ 10006 h 10027"/>
              <a:gd name="connsiteX1" fmla="*/ 8564 w 11657"/>
              <a:gd name="connsiteY1" fmla="*/ 0 h 10027"/>
              <a:gd name="connsiteX2" fmla="*/ 11657 w 11657"/>
              <a:gd name="connsiteY2" fmla="*/ 1 h 10027"/>
              <a:gd name="connsiteX3" fmla="*/ 10478 w 11657"/>
              <a:gd name="connsiteY3" fmla="*/ 1268 h 10027"/>
              <a:gd name="connsiteX4" fmla="*/ 7397 w 11657"/>
              <a:gd name="connsiteY4" fmla="*/ 4867 h 10027"/>
              <a:gd name="connsiteX5" fmla="*/ 2971 w 11657"/>
              <a:gd name="connsiteY5" fmla="*/ 10027 h 10027"/>
              <a:gd name="connsiteX6" fmla="*/ 0 w 11657"/>
              <a:gd name="connsiteY6" fmla="*/ 10006 h 10027"/>
              <a:gd name="connsiteX0" fmla="*/ 0 w 11657"/>
              <a:gd name="connsiteY0" fmla="*/ 10006 h 10006"/>
              <a:gd name="connsiteX1" fmla="*/ 8564 w 11657"/>
              <a:gd name="connsiteY1" fmla="*/ 0 h 10006"/>
              <a:gd name="connsiteX2" fmla="*/ 11657 w 11657"/>
              <a:gd name="connsiteY2" fmla="*/ 1 h 10006"/>
              <a:gd name="connsiteX3" fmla="*/ 10478 w 11657"/>
              <a:gd name="connsiteY3" fmla="*/ 1268 h 10006"/>
              <a:gd name="connsiteX4" fmla="*/ 7397 w 11657"/>
              <a:gd name="connsiteY4" fmla="*/ 4867 h 10006"/>
              <a:gd name="connsiteX5" fmla="*/ 3137 w 11657"/>
              <a:gd name="connsiteY5" fmla="*/ 10001 h 10006"/>
              <a:gd name="connsiteX6" fmla="*/ 0 w 11657"/>
              <a:gd name="connsiteY6" fmla="*/ 10006 h 10006"/>
              <a:gd name="connsiteX0" fmla="*/ 0 w 11657"/>
              <a:gd name="connsiteY0" fmla="*/ 10006 h 10006"/>
              <a:gd name="connsiteX1" fmla="*/ 8564 w 11657"/>
              <a:gd name="connsiteY1" fmla="*/ 0 h 10006"/>
              <a:gd name="connsiteX2" fmla="*/ 11657 w 11657"/>
              <a:gd name="connsiteY2" fmla="*/ 1 h 10006"/>
              <a:gd name="connsiteX3" fmla="*/ 10478 w 11657"/>
              <a:gd name="connsiteY3" fmla="*/ 1268 h 10006"/>
              <a:gd name="connsiteX4" fmla="*/ 7397 w 11657"/>
              <a:gd name="connsiteY4" fmla="*/ 4867 h 10006"/>
              <a:gd name="connsiteX5" fmla="*/ 3137 w 11657"/>
              <a:gd name="connsiteY5" fmla="*/ 10001 h 10006"/>
              <a:gd name="connsiteX6" fmla="*/ 0 w 11657"/>
              <a:gd name="connsiteY6" fmla="*/ 10006 h 10006"/>
              <a:gd name="connsiteX0" fmla="*/ 0 w 11657"/>
              <a:gd name="connsiteY0" fmla="*/ 10006 h 10006"/>
              <a:gd name="connsiteX1" fmla="*/ 8564 w 11657"/>
              <a:gd name="connsiteY1" fmla="*/ 0 h 10006"/>
              <a:gd name="connsiteX2" fmla="*/ 11657 w 11657"/>
              <a:gd name="connsiteY2" fmla="*/ 1 h 10006"/>
              <a:gd name="connsiteX3" fmla="*/ 10533 w 11657"/>
              <a:gd name="connsiteY3" fmla="*/ 1294 h 10006"/>
              <a:gd name="connsiteX4" fmla="*/ 7397 w 11657"/>
              <a:gd name="connsiteY4" fmla="*/ 4867 h 10006"/>
              <a:gd name="connsiteX5" fmla="*/ 3137 w 11657"/>
              <a:gd name="connsiteY5" fmla="*/ 10001 h 10006"/>
              <a:gd name="connsiteX6" fmla="*/ 0 w 11657"/>
              <a:gd name="connsiteY6" fmla="*/ 10006 h 10006"/>
              <a:gd name="connsiteX0" fmla="*/ 0 w 11657"/>
              <a:gd name="connsiteY0" fmla="*/ 10006 h 10006"/>
              <a:gd name="connsiteX1" fmla="*/ 8564 w 11657"/>
              <a:gd name="connsiteY1" fmla="*/ 0 h 10006"/>
              <a:gd name="connsiteX2" fmla="*/ 11657 w 11657"/>
              <a:gd name="connsiteY2" fmla="*/ 1 h 10006"/>
              <a:gd name="connsiteX3" fmla="*/ 10478 w 11657"/>
              <a:gd name="connsiteY3" fmla="*/ 1294 h 10006"/>
              <a:gd name="connsiteX4" fmla="*/ 7397 w 11657"/>
              <a:gd name="connsiteY4" fmla="*/ 4867 h 10006"/>
              <a:gd name="connsiteX5" fmla="*/ 3137 w 11657"/>
              <a:gd name="connsiteY5" fmla="*/ 10001 h 10006"/>
              <a:gd name="connsiteX6" fmla="*/ 0 w 11657"/>
              <a:gd name="connsiteY6" fmla="*/ 10006 h 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57" h="10006">
                <a:moveTo>
                  <a:pt x="0" y="10006"/>
                </a:moveTo>
                <a:lnTo>
                  <a:pt x="8564" y="0"/>
                </a:lnTo>
                <a:lnTo>
                  <a:pt x="11657" y="1"/>
                </a:lnTo>
                <a:cubicBezTo>
                  <a:pt x="11656" y="28"/>
                  <a:pt x="10478" y="1267"/>
                  <a:pt x="10478" y="1294"/>
                </a:cubicBezTo>
                <a:cubicBezTo>
                  <a:pt x="9750" y="2101"/>
                  <a:pt x="8648" y="3407"/>
                  <a:pt x="7397" y="4867"/>
                </a:cubicBezTo>
                <a:cubicBezTo>
                  <a:pt x="6146" y="6327"/>
                  <a:pt x="4130" y="8983"/>
                  <a:pt x="3137" y="10001"/>
                </a:cubicBezTo>
                <a:lnTo>
                  <a:pt x="0" y="1000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8" name="Flowchart: Data 5"/>
          <p:cNvSpPr/>
          <p:nvPr/>
        </p:nvSpPr>
        <p:spPr>
          <a:xfrm>
            <a:off x="8567937" y="-4568"/>
            <a:ext cx="900607" cy="1322745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3254"/>
              <a:gd name="connsiteY0" fmla="*/ 10000 h 10000"/>
              <a:gd name="connsiteX1" fmla="*/ 2000 w 13254"/>
              <a:gd name="connsiteY1" fmla="*/ 0 h 10000"/>
              <a:gd name="connsiteX2" fmla="*/ 13254 w 13254"/>
              <a:gd name="connsiteY2" fmla="*/ 0 h 10000"/>
              <a:gd name="connsiteX3" fmla="*/ 8000 w 13254"/>
              <a:gd name="connsiteY3" fmla="*/ 10000 h 10000"/>
              <a:gd name="connsiteX4" fmla="*/ 0 w 13254"/>
              <a:gd name="connsiteY4" fmla="*/ 10000 h 10000"/>
              <a:gd name="connsiteX0" fmla="*/ 0 w 13254"/>
              <a:gd name="connsiteY0" fmla="*/ 10000 h 10000"/>
              <a:gd name="connsiteX1" fmla="*/ 6089 w 13254"/>
              <a:gd name="connsiteY1" fmla="*/ 61 h 10000"/>
              <a:gd name="connsiteX2" fmla="*/ 13254 w 13254"/>
              <a:gd name="connsiteY2" fmla="*/ 0 h 10000"/>
              <a:gd name="connsiteX3" fmla="*/ 8000 w 13254"/>
              <a:gd name="connsiteY3" fmla="*/ 10000 h 10000"/>
              <a:gd name="connsiteX4" fmla="*/ 0 w 13254"/>
              <a:gd name="connsiteY4" fmla="*/ 10000 h 10000"/>
              <a:gd name="connsiteX0" fmla="*/ 0 w 13254"/>
              <a:gd name="connsiteY0" fmla="*/ 10000 h 10000"/>
              <a:gd name="connsiteX1" fmla="*/ 6118 w 13254"/>
              <a:gd name="connsiteY1" fmla="*/ 21 h 10000"/>
              <a:gd name="connsiteX2" fmla="*/ 13254 w 13254"/>
              <a:gd name="connsiteY2" fmla="*/ 0 h 10000"/>
              <a:gd name="connsiteX3" fmla="*/ 8000 w 13254"/>
              <a:gd name="connsiteY3" fmla="*/ 10000 h 10000"/>
              <a:gd name="connsiteX4" fmla="*/ 0 w 13254"/>
              <a:gd name="connsiteY4" fmla="*/ 10000 h 10000"/>
              <a:gd name="connsiteX0" fmla="*/ 0 w 14113"/>
              <a:gd name="connsiteY0" fmla="*/ 10000 h 10000"/>
              <a:gd name="connsiteX1" fmla="*/ 6118 w 14113"/>
              <a:gd name="connsiteY1" fmla="*/ 21 h 10000"/>
              <a:gd name="connsiteX2" fmla="*/ 13254 w 14113"/>
              <a:gd name="connsiteY2" fmla="*/ 0 h 10000"/>
              <a:gd name="connsiteX3" fmla="*/ 14113 w 14113"/>
              <a:gd name="connsiteY3" fmla="*/ 20 h 10000"/>
              <a:gd name="connsiteX4" fmla="*/ 8000 w 14113"/>
              <a:gd name="connsiteY4" fmla="*/ 10000 h 10000"/>
              <a:gd name="connsiteX5" fmla="*/ 0 w 14113"/>
              <a:gd name="connsiteY5" fmla="*/ 10000 h 10000"/>
              <a:gd name="connsiteX0" fmla="*/ 0 w 14113"/>
              <a:gd name="connsiteY0" fmla="*/ 10019 h 10019"/>
              <a:gd name="connsiteX1" fmla="*/ 6953 w 14113"/>
              <a:gd name="connsiteY1" fmla="*/ 0 h 10019"/>
              <a:gd name="connsiteX2" fmla="*/ 13254 w 14113"/>
              <a:gd name="connsiteY2" fmla="*/ 19 h 10019"/>
              <a:gd name="connsiteX3" fmla="*/ 14113 w 14113"/>
              <a:gd name="connsiteY3" fmla="*/ 39 h 10019"/>
              <a:gd name="connsiteX4" fmla="*/ 8000 w 14113"/>
              <a:gd name="connsiteY4" fmla="*/ 10019 h 10019"/>
              <a:gd name="connsiteX5" fmla="*/ 0 w 14113"/>
              <a:gd name="connsiteY5" fmla="*/ 10019 h 10019"/>
              <a:gd name="connsiteX0" fmla="*/ 0 w 13254"/>
              <a:gd name="connsiteY0" fmla="*/ 10019 h 10019"/>
              <a:gd name="connsiteX1" fmla="*/ 6953 w 13254"/>
              <a:gd name="connsiteY1" fmla="*/ 0 h 10019"/>
              <a:gd name="connsiteX2" fmla="*/ 13254 w 13254"/>
              <a:gd name="connsiteY2" fmla="*/ 19 h 10019"/>
              <a:gd name="connsiteX3" fmla="*/ 10514 w 13254"/>
              <a:gd name="connsiteY3" fmla="*/ 888 h 10019"/>
              <a:gd name="connsiteX4" fmla="*/ 8000 w 13254"/>
              <a:gd name="connsiteY4" fmla="*/ 10019 h 10019"/>
              <a:gd name="connsiteX5" fmla="*/ 0 w 13254"/>
              <a:gd name="connsiteY5" fmla="*/ 10019 h 10019"/>
              <a:gd name="connsiteX0" fmla="*/ 0 w 13653"/>
              <a:gd name="connsiteY0" fmla="*/ 10019 h 10019"/>
              <a:gd name="connsiteX1" fmla="*/ 6953 w 13653"/>
              <a:gd name="connsiteY1" fmla="*/ 0 h 10019"/>
              <a:gd name="connsiteX2" fmla="*/ 13254 w 13653"/>
              <a:gd name="connsiteY2" fmla="*/ 19 h 10019"/>
              <a:gd name="connsiteX3" fmla="*/ 13653 w 13653"/>
              <a:gd name="connsiteY3" fmla="*/ 1145 h 10019"/>
              <a:gd name="connsiteX4" fmla="*/ 8000 w 13653"/>
              <a:gd name="connsiteY4" fmla="*/ 10019 h 10019"/>
              <a:gd name="connsiteX5" fmla="*/ 0 w 13653"/>
              <a:gd name="connsiteY5" fmla="*/ 10019 h 10019"/>
              <a:gd name="connsiteX0" fmla="*/ 0 w 14636"/>
              <a:gd name="connsiteY0" fmla="*/ 10020 h 10020"/>
              <a:gd name="connsiteX1" fmla="*/ 6953 w 14636"/>
              <a:gd name="connsiteY1" fmla="*/ 1 h 10020"/>
              <a:gd name="connsiteX2" fmla="*/ 14636 w 14636"/>
              <a:gd name="connsiteY2" fmla="*/ 0 h 10020"/>
              <a:gd name="connsiteX3" fmla="*/ 13653 w 14636"/>
              <a:gd name="connsiteY3" fmla="*/ 1146 h 10020"/>
              <a:gd name="connsiteX4" fmla="*/ 8000 w 14636"/>
              <a:gd name="connsiteY4" fmla="*/ 10020 h 10020"/>
              <a:gd name="connsiteX5" fmla="*/ 0 w 14636"/>
              <a:gd name="connsiteY5" fmla="*/ 10020 h 10020"/>
              <a:gd name="connsiteX0" fmla="*/ 0 w 14636"/>
              <a:gd name="connsiteY0" fmla="*/ 10020 h 10020"/>
              <a:gd name="connsiteX1" fmla="*/ 6953 w 14636"/>
              <a:gd name="connsiteY1" fmla="*/ 1 h 10020"/>
              <a:gd name="connsiteX2" fmla="*/ 14636 w 14636"/>
              <a:gd name="connsiteY2" fmla="*/ 0 h 10020"/>
              <a:gd name="connsiteX3" fmla="*/ 13855 w 14636"/>
              <a:gd name="connsiteY3" fmla="*/ 1205 h 10020"/>
              <a:gd name="connsiteX4" fmla="*/ 8000 w 14636"/>
              <a:gd name="connsiteY4" fmla="*/ 10020 h 10020"/>
              <a:gd name="connsiteX5" fmla="*/ 0 w 14636"/>
              <a:gd name="connsiteY5" fmla="*/ 10020 h 10020"/>
              <a:gd name="connsiteX0" fmla="*/ 0 w 14636"/>
              <a:gd name="connsiteY0" fmla="*/ 10020 h 10020"/>
              <a:gd name="connsiteX1" fmla="*/ 5886 w 14636"/>
              <a:gd name="connsiteY1" fmla="*/ 1 h 10020"/>
              <a:gd name="connsiteX2" fmla="*/ 14636 w 14636"/>
              <a:gd name="connsiteY2" fmla="*/ 0 h 10020"/>
              <a:gd name="connsiteX3" fmla="*/ 13855 w 14636"/>
              <a:gd name="connsiteY3" fmla="*/ 1205 h 10020"/>
              <a:gd name="connsiteX4" fmla="*/ 8000 w 14636"/>
              <a:gd name="connsiteY4" fmla="*/ 10020 h 10020"/>
              <a:gd name="connsiteX5" fmla="*/ 0 w 14636"/>
              <a:gd name="connsiteY5" fmla="*/ 10020 h 10020"/>
              <a:gd name="connsiteX0" fmla="*/ 0 w 14636"/>
              <a:gd name="connsiteY0" fmla="*/ 10020 h 10040"/>
              <a:gd name="connsiteX1" fmla="*/ 5886 w 14636"/>
              <a:gd name="connsiteY1" fmla="*/ 1 h 10040"/>
              <a:gd name="connsiteX2" fmla="*/ 14636 w 14636"/>
              <a:gd name="connsiteY2" fmla="*/ 0 h 10040"/>
              <a:gd name="connsiteX3" fmla="*/ 13855 w 14636"/>
              <a:gd name="connsiteY3" fmla="*/ 1205 h 10040"/>
              <a:gd name="connsiteX4" fmla="*/ 9205 w 14636"/>
              <a:gd name="connsiteY4" fmla="*/ 10040 h 10040"/>
              <a:gd name="connsiteX5" fmla="*/ 0 w 14636"/>
              <a:gd name="connsiteY5" fmla="*/ 10020 h 10040"/>
              <a:gd name="connsiteX0" fmla="*/ 0 w 14636"/>
              <a:gd name="connsiteY0" fmla="*/ 10020 h 10040"/>
              <a:gd name="connsiteX1" fmla="*/ 5886 w 14636"/>
              <a:gd name="connsiteY1" fmla="*/ 1 h 10040"/>
              <a:gd name="connsiteX2" fmla="*/ 14636 w 14636"/>
              <a:gd name="connsiteY2" fmla="*/ 0 h 10040"/>
              <a:gd name="connsiteX3" fmla="*/ 13924 w 14636"/>
              <a:gd name="connsiteY3" fmla="*/ 1245 h 10040"/>
              <a:gd name="connsiteX4" fmla="*/ 9205 w 14636"/>
              <a:gd name="connsiteY4" fmla="*/ 10040 h 10040"/>
              <a:gd name="connsiteX5" fmla="*/ 0 w 14636"/>
              <a:gd name="connsiteY5" fmla="*/ 10020 h 10040"/>
              <a:gd name="connsiteX0" fmla="*/ 0 w 14980"/>
              <a:gd name="connsiteY0" fmla="*/ 10040 h 10060"/>
              <a:gd name="connsiteX1" fmla="*/ 5886 w 14980"/>
              <a:gd name="connsiteY1" fmla="*/ 21 h 10060"/>
              <a:gd name="connsiteX2" fmla="*/ 14980 w 14980"/>
              <a:gd name="connsiteY2" fmla="*/ 0 h 10060"/>
              <a:gd name="connsiteX3" fmla="*/ 13924 w 14980"/>
              <a:gd name="connsiteY3" fmla="*/ 1265 h 10060"/>
              <a:gd name="connsiteX4" fmla="*/ 9205 w 14980"/>
              <a:gd name="connsiteY4" fmla="*/ 10060 h 10060"/>
              <a:gd name="connsiteX5" fmla="*/ 0 w 14980"/>
              <a:gd name="connsiteY5" fmla="*/ 10040 h 10060"/>
              <a:gd name="connsiteX0" fmla="*/ 0 w 14980"/>
              <a:gd name="connsiteY0" fmla="*/ 10040 h 10060"/>
              <a:gd name="connsiteX1" fmla="*/ 5886 w 14980"/>
              <a:gd name="connsiteY1" fmla="*/ 21 h 10060"/>
              <a:gd name="connsiteX2" fmla="*/ 14980 w 14980"/>
              <a:gd name="connsiteY2" fmla="*/ 0 h 10060"/>
              <a:gd name="connsiteX3" fmla="*/ 14268 w 14980"/>
              <a:gd name="connsiteY3" fmla="*/ 1364 h 10060"/>
              <a:gd name="connsiteX4" fmla="*/ 9205 w 14980"/>
              <a:gd name="connsiteY4" fmla="*/ 10060 h 10060"/>
              <a:gd name="connsiteX5" fmla="*/ 0 w 14980"/>
              <a:gd name="connsiteY5" fmla="*/ 10040 h 10060"/>
              <a:gd name="connsiteX0" fmla="*/ 0 w 14980"/>
              <a:gd name="connsiteY0" fmla="*/ 10040 h 10060"/>
              <a:gd name="connsiteX1" fmla="*/ 5886 w 14980"/>
              <a:gd name="connsiteY1" fmla="*/ 21 h 10060"/>
              <a:gd name="connsiteX2" fmla="*/ 14980 w 14980"/>
              <a:gd name="connsiteY2" fmla="*/ 0 h 10060"/>
              <a:gd name="connsiteX3" fmla="*/ 14165 w 14980"/>
              <a:gd name="connsiteY3" fmla="*/ 1443 h 10060"/>
              <a:gd name="connsiteX4" fmla="*/ 9205 w 14980"/>
              <a:gd name="connsiteY4" fmla="*/ 10060 h 10060"/>
              <a:gd name="connsiteX5" fmla="*/ 0 w 14980"/>
              <a:gd name="connsiteY5" fmla="*/ 10040 h 10060"/>
              <a:gd name="connsiteX0" fmla="*/ 0 w 20528"/>
              <a:gd name="connsiteY0" fmla="*/ 10019 h 10039"/>
              <a:gd name="connsiteX1" fmla="*/ 5886 w 20528"/>
              <a:gd name="connsiteY1" fmla="*/ 0 h 10039"/>
              <a:gd name="connsiteX2" fmla="*/ 20528 w 20528"/>
              <a:gd name="connsiteY2" fmla="*/ 44 h 10039"/>
              <a:gd name="connsiteX3" fmla="*/ 14165 w 20528"/>
              <a:gd name="connsiteY3" fmla="*/ 1422 h 10039"/>
              <a:gd name="connsiteX4" fmla="*/ 9205 w 20528"/>
              <a:gd name="connsiteY4" fmla="*/ 10039 h 10039"/>
              <a:gd name="connsiteX5" fmla="*/ 0 w 20528"/>
              <a:gd name="connsiteY5" fmla="*/ 10019 h 10039"/>
              <a:gd name="connsiteX0" fmla="*/ 0 w 20528"/>
              <a:gd name="connsiteY0" fmla="*/ 10019 h 10039"/>
              <a:gd name="connsiteX1" fmla="*/ 5886 w 20528"/>
              <a:gd name="connsiteY1" fmla="*/ 0 h 10039"/>
              <a:gd name="connsiteX2" fmla="*/ 20528 w 20528"/>
              <a:gd name="connsiteY2" fmla="*/ 44 h 10039"/>
              <a:gd name="connsiteX3" fmla="*/ 18524 w 20528"/>
              <a:gd name="connsiteY3" fmla="*/ 1607 h 10039"/>
              <a:gd name="connsiteX4" fmla="*/ 9205 w 20528"/>
              <a:gd name="connsiteY4" fmla="*/ 10039 h 10039"/>
              <a:gd name="connsiteX5" fmla="*/ 0 w 20528"/>
              <a:gd name="connsiteY5" fmla="*/ 10019 h 10039"/>
              <a:gd name="connsiteX0" fmla="*/ 0 w 20528"/>
              <a:gd name="connsiteY0" fmla="*/ 9991 h 10011"/>
              <a:gd name="connsiteX1" fmla="*/ 14274 w 20528"/>
              <a:gd name="connsiteY1" fmla="*/ 0 h 10011"/>
              <a:gd name="connsiteX2" fmla="*/ 20528 w 20528"/>
              <a:gd name="connsiteY2" fmla="*/ 16 h 10011"/>
              <a:gd name="connsiteX3" fmla="*/ 18524 w 20528"/>
              <a:gd name="connsiteY3" fmla="*/ 1579 h 10011"/>
              <a:gd name="connsiteX4" fmla="*/ 9205 w 20528"/>
              <a:gd name="connsiteY4" fmla="*/ 10011 h 10011"/>
              <a:gd name="connsiteX5" fmla="*/ 0 w 20528"/>
              <a:gd name="connsiteY5" fmla="*/ 9991 h 10011"/>
              <a:gd name="connsiteX0" fmla="*/ 0 w 32505"/>
              <a:gd name="connsiteY0" fmla="*/ 9991 h 10011"/>
              <a:gd name="connsiteX1" fmla="*/ 14274 w 32505"/>
              <a:gd name="connsiteY1" fmla="*/ 0 h 10011"/>
              <a:gd name="connsiteX2" fmla="*/ 32505 w 32505"/>
              <a:gd name="connsiteY2" fmla="*/ 16 h 10011"/>
              <a:gd name="connsiteX3" fmla="*/ 18524 w 32505"/>
              <a:gd name="connsiteY3" fmla="*/ 1579 h 10011"/>
              <a:gd name="connsiteX4" fmla="*/ 9205 w 32505"/>
              <a:gd name="connsiteY4" fmla="*/ 10011 h 10011"/>
              <a:gd name="connsiteX5" fmla="*/ 0 w 32505"/>
              <a:gd name="connsiteY5" fmla="*/ 9991 h 10011"/>
              <a:gd name="connsiteX0" fmla="*/ 0 w 32505"/>
              <a:gd name="connsiteY0" fmla="*/ 9991 h 10011"/>
              <a:gd name="connsiteX1" fmla="*/ 14274 w 32505"/>
              <a:gd name="connsiteY1" fmla="*/ 0 h 10011"/>
              <a:gd name="connsiteX2" fmla="*/ 32505 w 32505"/>
              <a:gd name="connsiteY2" fmla="*/ 16 h 10011"/>
              <a:gd name="connsiteX3" fmla="*/ 27542 w 32505"/>
              <a:gd name="connsiteY3" fmla="*/ 2152 h 10011"/>
              <a:gd name="connsiteX4" fmla="*/ 9205 w 32505"/>
              <a:gd name="connsiteY4" fmla="*/ 10011 h 10011"/>
              <a:gd name="connsiteX5" fmla="*/ 0 w 32505"/>
              <a:gd name="connsiteY5" fmla="*/ 9991 h 10011"/>
              <a:gd name="connsiteX0" fmla="*/ 0 w 32505"/>
              <a:gd name="connsiteY0" fmla="*/ 10011 h 10031"/>
              <a:gd name="connsiteX1" fmla="*/ 24278 w 32505"/>
              <a:gd name="connsiteY1" fmla="*/ 0 h 10031"/>
              <a:gd name="connsiteX2" fmla="*/ 32505 w 32505"/>
              <a:gd name="connsiteY2" fmla="*/ 36 h 10031"/>
              <a:gd name="connsiteX3" fmla="*/ 27542 w 32505"/>
              <a:gd name="connsiteY3" fmla="*/ 2172 h 10031"/>
              <a:gd name="connsiteX4" fmla="*/ 9205 w 32505"/>
              <a:gd name="connsiteY4" fmla="*/ 10031 h 10031"/>
              <a:gd name="connsiteX5" fmla="*/ 0 w 32505"/>
              <a:gd name="connsiteY5" fmla="*/ 10011 h 10031"/>
              <a:gd name="connsiteX0" fmla="*/ 0 w 36450"/>
              <a:gd name="connsiteY0" fmla="*/ 10011 h 10031"/>
              <a:gd name="connsiteX1" fmla="*/ 24278 w 36450"/>
              <a:gd name="connsiteY1" fmla="*/ 0 h 10031"/>
              <a:gd name="connsiteX2" fmla="*/ 36450 w 36450"/>
              <a:gd name="connsiteY2" fmla="*/ 10 h 10031"/>
              <a:gd name="connsiteX3" fmla="*/ 27542 w 36450"/>
              <a:gd name="connsiteY3" fmla="*/ 2172 h 10031"/>
              <a:gd name="connsiteX4" fmla="*/ 9205 w 36450"/>
              <a:gd name="connsiteY4" fmla="*/ 10031 h 10031"/>
              <a:gd name="connsiteX5" fmla="*/ 0 w 36450"/>
              <a:gd name="connsiteY5" fmla="*/ 10011 h 10031"/>
              <a:gd name="connsiteX0" fmla="*/ 0 w 36450"/>
              <a:gd name="connsiteY0" fmla="*/ 10011 h 10031"/>
              <a:gd name="connsiteX1" fmla="*/ 24278 w 36450"/>
              <a:gd name="connsiteY1" fmla="*/ 0 h 10031"/>
              <a:gd name="connsiteX2" fmla="*/ 36450 w 36450"/>
              <a:gd name="connsiteY2" fmla="*/ 10 h 10031"/>
              <a:gd name="connsiteX3" fmla="*/ 29374 w 36450"/>
              <a:gd name="connsiteY3" fmla="*/ 2566 h 10031"/>
              <a:gd name="connsiteX4" fmla="*/ 9205 w 36450"/>
              <a:gd name="connsiteY4" fmla="*/ 10031 h 10031"/>
              <a:gd name="connsiteX5" fmla="*/ 0 w 36450"/>
              <a:gd name="connsiteY5" fmla="*/ 10011 h 10031"/>
              <a:gd name="connsiteX0" fmla="*/ 0 w 36450"/>
              <a:gd name="connsiteY0" fmla="*/ 10011 h 10057"/>
              <a:gd name="connsiteX1" fmla="*/ 24278 w 36450"/>
              <a:gd name="connsiteY1" fmla="*/ 0 h 10057"/>
              <a:gd name="connsiteX2" fmla="*/ 36450 w 36450"/>
              <a:gd name="connsiteY2" fmla="*/ 10 h 10057"/>
              <a:gd name="connsiteX3" fmla="*/ 29374 w 36450"/>
              <a:gd name="connsiteY3" fmla="*/ 2566 h 10057"/>
              <a:gd name="connsiteX4" fmla="*/ 16109 w 36450"/>
              <a:gd name="connsiteY4" fmla="*/ 10057 h 10057"/>
              <a:gd name="connsiteX5" fmla="*/ 0 w 36450"/>
              <a:gd name="connsiteY5" fmla="*/ 10011 h 10057"/>
              <a:gd name="connsiteX0" fmla="*/ 0 w 36450"/>
              <a:gd name="connsiteY0" fmla="*/ 10011 h 10057"/>
              <a:gd name="connsiteX1" fmla="*/ 24278 w 36450"/>
              <a:gd name="connsiteY1" fmla="*/ 0 h 10057"/>
              <a:gd name="connsiteX2" fmla="*/ 36450 w 36450"/>
              <a:gd name="connsiteY2" fmla="*/ 10 h 10057"/>
              <a:gd name="connsiteX3" fmla="*/ 30501 w 36450"/>
              <a:gd name="connsiteY3" fmla="*/ 2671 h 10057"/>
              <a:gd name="connsiteX4" fmla="*/ 16109 w 36450"/>
              <a:gd name="connsiteY4" fmla="*/ 10057 h 10057"/>
              <a:gd name="connsiteX5" fmla="*/ 0 w 36450"/>
              <a:gd name="connsiteY5" fmla="*/ 10011 h 10057"/>
              <a:gd name="connsiteX0" fmla="*/ 0 w 35323"/>
              <a:gd name="connsiteY0" fmla="*/ 10011 h 10057"/>
              <a:gd name="connsiteX1" fmla="*/ 24278 w 35323"/>
              <a:gd name="connsiteY1" fmla="*/ 0 h 10057"/>
              <a:gd name="connsiteX2" fmla="*/ 35323 w 35323"/>
              <a:gd name="connsiteY2" fmla="*/ 10 h 10057"/>
              <a:gd name="connsiteX3" fmla="*/ 30501 w 35323"/>
              <a:gd name="connsiteY3" fmla="*/ 2671 h 10057"/>
              <a:gd name="connsiteX4" fmla="*/ 16109 w 35323"/>
              <a:gd name="connsiteY4" fmla="*/ 10057 h 10057"/>
              <a:gd name="connsiteX5" fmla="*/ 0 w 35323"/>
              <a:gd name="connsiteY5" fmla="*/ 10011 h 10057"/>
              <a:gd name="connsiteX0" fmla="*/ 0 w 35323"/>
              <a:gd name="connsiteY0" fmla="*/ 10011 h 10057"/>
              <a:gd name="connsiteX1" fmla="*/ 24278 w 35323"/>
              <a:gd name="connsiteY1" fmla="*/ 0 h 10057"/>
              <a:gd name="connsiteX2" fmla="*/ 35323 w 35323"/>
              <a:gd name="connsiteY2" fmla="*/ 10 h 10057"/>
              <a:gd name="connsiteX3" fmla="*/ 29796 w 35323"/>
              <a:gd name="connsiteY3" fmla="*/ 2514 h 10057"/>
              <a:gd name="connsiteX4" fmla="*/ 16109 w 35323"/>
              <a:gd name="connsiteY4" fmla="*/ 10057 h 10057"/>
              <a:gd name="connsiteX5" fmla="*/ 0 w 35323"/>
              <a:gd name="connsiteY5" fmla="*/ 10011 h 10057"/>
              <a:gd name="connsiteX0" fmla="*/ 0 w 35323"/>
              <a:gd name="connsiteY0" fmla="*/ 10011 h 10057"/>
              <a:gd name="connsiteX1" fmla="*/ 24278 w 35323"/>
              <a:gd name="connsiteY1" fmla="*/ 0 h 10057"/>
              <a:gd name="connsiteX2" fmla="*/ 35323 w 35323"/>
              <a:gd name="connsiteY2" fmla="*/ 10 h 10057"/>
              <a:gd name="connsiteX3" fmla="*/ 29937 w 35323"/>
              <a:gd name="connsiteY3" fmla="*/ 2619 h 10057"/>
              <a:gd name="connsiteX4" fmla="*/ 16109 w 35323"/>
              <a:gd name="connsiteY4" fmla="*/ 10057 h 10057"/>
              <a:gd name="connsiteX5" fmla="*/ 0 w 35323"/>
              <a:gd name="connsiteY5" fmla="*/ 10011 h 10057"/>
              <a:gd name="connsiteX0" fmla="*/ 0 w 31378"/>
              <a:gd name="connsiteY0" fmla="*/ 10011 h 10057"/>
              <a:gd name="connsiteX1" fmla="*/ 20333 w 31378"/>
              <a:gd name="connsiteY1" fmla="*/ 0 h 10057"/>
              <a:gd name="connsiteX2" fmla="*/ 31378 w 31378"/>
              <a:gd name="connsiteY2" fmla="*/ 10 h 10057"/>
              <a:gd name="connsiteX3" fmla="*/ 25992 w 31378"/>
              <a:gd name="connsiteY3" fmla="*/ 2619 h 10057"/>
              <a:gd name="connsiteX4" fmla="*/ 12164 w 31378"/>
              <a:gd name="connsiteY4" fmla="*/ 10057 h 10057"/>
              <a:gd name="connsiteX5" fmla="*/ 0 w 31378"/>
              <a:gd name="connsiteY5" fmla="*/ 10011 h 10057"/>
              <a:gd name="connsiteX0" fmla="*/ 0 w 31378"/>
              <a:gd name="connsiteY0" fmla="*/ 10001 h 10047"/>
              <a:gd name="connsiteX1" fmla="*/ 22588 w 31378"/>
              <a:gd name="connsiteY1" fmla="*/ 42 h 10047"/>
              <a:gd name="connsiteX2" fmla="*/ 31378 w 31378"/>
              <a:gd name="connsiteY2" fmla="*/ 0 h 10047"/>
              <a:gd name="connsiteX3" fmla="*/ 25992 w 31378"/>
              <a:gd name="connsiteY3" fmla="*/ 2609 h 10047"/>
              <a:gd name="connsiteX4" fmla="*/ 12164 w 31378"/>
              <a:gd name="connsiteY4" fmla="*/ 10047 h 10047"/>
              <a:gd name="connsiteX5" fmla="*/ 0 w 31378"/>
              <a:gd name="connsiteY5" fmla="*/ 10001 h 10047"/>
              <a:gd name="connsiteX0" fmla="*/ 0 w 29405"/>
              <a:gd name="connsiteY0" fmla="*/ 10027 h 10047"/>
              <a:gd name="connsiteX1" fmla="*/ 20615 w 29405"/>
              <a:gd name="connsiteY1" fmla="*/ 42 h 10047"/>
              <a:gd name="connsiteX2" fmla="*/ 29405 w 29405"/>
              <a:gd name="connsiteY2" fmla="*/ 0 h 10047"/>
              <a:gd name="connsiteX3" fmla="*/ 24019 w 29405"/>
              <a:gd name="connsiteY3" fmla="*/ 2609 h 10047"/>
              <a:gd name="connsiteX4" fmla="*/ 10191 w 29405"/>
              <a:gd name="connsiteY4" fmla="*/ 10047 h 10047"/>
              <a:gd name="connsiteX5" fmla="*/ 0 w 29405"/>
              <a:gd name="connsiteY5" fmla="*/ 10027 h 10047"/>
              <a:gd name="connsiteX0" fmla="*/ 0 w 29405"/>
              <a:gd name="connsiteY0" fmla="*/ 10027 h 10027"/>
              <a:gd name="connsiteX1" fmla="*/ 20615 w 29405"/>
              <a:gd name="connsiteY1" fmla="*/ 42 h 10027"/>
              <a:gd name="connsiteX2" fmla="*/ 29405 w 29405"/>
              <a:gd name="connsiteY2" fmla="*/ 0 h 10027"/>
              <a:gd name="connsiteX3" fmla="*/ 24019 w 29405"/>
              <a:gd name="connsiteY3" fmla="*/ 2609 h 10027"/>
              <a:gd name="connsiteX4" fmla="*/ 9205 w 29405"/>
              <a:gd name="connsiteY4" fmla="*/ 9995 h 10027"/>
              <a:gd name="connsiteX5" fmla="*/ 0 w 29405"/>
              <a:gd name="connsiteY5" fmla="*/ 10027 h 10027"/>
              <a:gd name="connsiteX0" fmla="*/ 0 w 29969"/>
              <a:gd name="connsiteY0" fmla="*/ 9985 h 9985"/>
              <a:gd name="connsiteX1" fmla="*/ 20615 w 29969"/>
              <a:gd name="connsiteY1" fmla="*/ 0 h 9985"/>
              <a:gd name="connsiteX2" fmla="*/ 29969 w 29969"/>
              <a:gd name="connsiteY2" fmla="*/ 10 h 9985"/>
              <a:gd name="connsiteX3" fmla="*/ 24019 w 29969"/>
              <a:gd name="connsiteY3" fmla="*/ 2567 h 9985"/>
              <a:gd name="connsiteX4" fmla="*/ 9205 w 29969"/>
              <a:gd name="connsiteY4" fmla="*/ 9953 h 9985"/>
              <a:gd name="connsiteX5" fmla="*/ 0 w 29969"/>
              <a:gd name="connsiteY5" fmla="*/ 9985 h 9985"/>
              <a:gd name="connsiteX0" fmla="*/ 0 w 10000"/>
              <a:gd name="connsiteY0" fmla="*/ 10000 h 10000"/>
              <a:gd name="connsiteX1" fmla="*/ 6879 w 10000"/>
              <a:gd name="connsiteY1" fmla="*/ 0 h 10000"/>
              <a:gd name="connsiteX2" fmla="*/ 10000 w 10000"/>
              <a:gd name="connsiteY2" fmla="*/ 10 h 10000"/>
              <a:gd name="connsiteX3" fmla="*/ 8250 w 10000"/>
              <a:gd name="connsiteY3" fmla="*/ 2597 h 10000"/>
              <a:gd name="connsiteX4" fmla="*/ 3072 w 10000"/>
              <a:gd name="connsiteY4" fmla="*/ 9968 h 10000"/>
              <a:gd name="connsiteX5" fmla="*/ 0 w 10000"/>
              <a:gd name="connsiteY5" fmla="*/ 10000 h 10000"/>
              <a:gd name="connsiteX0" fmla="*/ 0 w 10000"/>
              <a:gd name="connsiteY0" fmla="*/ 10000 h 10021"/>
              <a:gd name="connsiteX1" fmla="*/ 6879 w 10000"/>
              <a:gd name="connsiteY1" fmla="*/ 0 h 10021"/>
              <a:gd name="connsiteX2" fmla="*/ 10000 w 10000"/>
              <a:gd name="connsiteY2" fmla="*/ 10 h 10021"/>
              <a:gd name="connsiteX3" fmla="*/ 8250 w 10000"/>
              <a:gd name="connsiteY3" fmla="*/ 2597 h 10021"/>
              <a:gd name="connsiteX4" fmla="*/ 3918 w 10000"/>
              <a:gd name="connsiteY4" fmla="*/ 10021 h 10021"/>
              <a:gd name="connsiteX5" fmla="*/ 0 w 10000"/>
              <a:gd name="connsiteY5" fmla="*/ 10000 h 10021"/>
              <a:gd name="connsiteX0" fmla="*/ 0 w 10000"/>
              <a:gd name="connsiteY0" fmla="*/ 10000 h 10021"/>
              <a:gd name="connsiteX1" fmla="*/ 6879 w 10000"/>
              <a:gd name="connsiteY1" fmla="*/ 0 h 10021"/>
              <a:gd name="connsiteX2" fmla="*/ 10000 w 10000"/>
              <a:gd name="connsiteY2" fmla="*/ 10 h 10021"/>
              <a:gd name="connsiteX3" fmla="*/ 8485 w 10000"/>
              <a:gd name="connsiteY3" fmla="*/ 2702 h 10021"/>
              <a:gd name="connsiteX4" fmla="*/ 3918 w 10000"/>
              <a:gd name="connsiteY4" fmla="*/ 10021 h 10021"/>
              <a:gd name="connsiteX5" fmla="*/ 0 w 10000"/>
              <a:gd name="connsiteY5" fmla="*/ 10000 h 10021"/>
              <a:gd name="connsiteX0" fmla="*/ 0 w 10235"/>
              <a:gd name="connsiteY0" fmla="*/ 10000 h 10021"/>
              <a:gd name="connsiteX1" fmla="*/ 6879 w 10235"/>
              <a:gd name="connsiteY1" fmla="*/ 0 h 10021"/>
              <a:gd name="connsiteX2" fmla="*/ 10235 w 10235"/>
              <a:gd name="connsiteY2" fmla="*/ 115 h 10021"/>
              <a:gd name="connsiteX3" fmla="*/ 8485 w 10235"/>
              <a:gd name="connsiteY3" fmla="*/ 2702 h 10021"/>
              <a:gd name="connsiteX4" fmla="*/ 3918 w 10235"/>
              <a:gd name="connsiteY4" fmla="*/ 10021 h 10021"/>
              <a:gd name="connsiteX5" fmla="*/ 0 w 10235"/>
              <a:gd name="connsiteY5" fmla="*/ 10000 h 10021"/>
              <a:gd name="connsiteX0" fmla="*/ 0 w 10235"/>
              <a:gd name="connsiteY0" fmla="*/ 10069 h 10090"/>
              <a:gd name="connsiteX1" fmla="*/ 6879 w 10235"/>
              <a:gd name="connsiteY1" fmla="*/ 69 h 10090"/>
              <a:gd name="connsiteX2" fmla="*/ 10235 w 10235"/>
              <a:gd name="connsiteY2" fmla="*/ 0 h 10090"/>
              <a:gd name="connsiteX3" fmla="*/ 8485 w 10235"/>
              <a:gd name="connsiteY3" fmla="*/ 2771 h 10090"/>
              <a:gd name="connsiteX4" fmla="*/ 3918 w 10235"/>
              <a:gd name="connsiteY4" fmla="*/ 10090 h 10090"/>
              <a:gd name="connsiteX5" fmla="*/ 0 w 10235"/>
              <a:gd name="connsiteY5" fmla="*/ 10069 h 10090"/>
              <a:gd name="connsiteX0" fmla="*/ 0 w 10235"/>
              <a:gd name="connsiteY0" fmla="*/ 10069 h 10090"/>
              <a:gd name="connsiteX1" fmla="*/ 6879 w 10235"/>
              <a:gd name="connsiteY1" fmla="*/ 69 h 10090"/>
              <a:gd name="connsiteX2" fmla="*/ 10235 w 10235"/>
              <a:gd name="connsiteY2" fmla="*/ 0 h 10090"/>
              <a:gd name="connsiteX3" fmla="*/ 8485 w 10235"/>
              <a:gd name="connsiteY3" fmla="*/ 2771 h 10090"/>
              <a:gd name="connsiteX4" fmla="*/ 4106 w 10235"/>
              <a:gd name="connsiteY4" fmla="*/ 10090 h 10090"/>
              <a:gd name="connsiteX5" fmla="*/ 0 w 10235"/>
              <a:gd name="connsiteY5" fmla="*/ 10069 h 10090"/>
              <a:gd name="connsiteX0" fmla="*/ 0 w 8919"/>
              <a:gd name="connsiteY0" fmla="*/ 10095 h 10095"/>
              <a:gd name="connsiteX1" fmla="*/ 5563 w 8919"/>
              <a:gd name="connsiteY1" fmla="*/ 69 h 10095"/>
              <a:gd name="connsiteX2" fmla="*/ 8919 w 8919"/>
              <a:gd name="connsiteY2" fmla="*/ 0 h 10095"/>
              <a:gd name="connsiteX3" fmla="*/ 7169 w 8919"/>
              <a:gd name="connsiteY3" fmla="*/ 2771 h 10095"/>
              <a:gd name="connsiteX4" fmla="*/ 2790 w 8919"/>
              <a:gd name="connsiteY4" fmla="*/ 10090 h 10095"/>
              <a:gd name="connsiteX5" fmla="*/ 0 w 8919"/>
              <a:gd name="connsiteY5" fmla="*/ 10095 h 10095"/>
              <a:gd name="connsiteX0" fmla="*/ 0 w 10369"/>
              <a:gd name="connsiteY0" fmla="*/ 10026 h 10026"/>
              <a:gd name="connsiteX1" fmla="*/ 6606 w 10369"/>
              <a:gd name="connsiteY1" fmla="*/ 68 h 10026"/>
              <a:gd name="connsiteX2" fmla="*/ 10369 w 10369"/>
              <a:gd name="connsiteY2" fmla="*/ 0 h 10026"/>
              <a:gd name="connsiteX3" fmla="*/ 8407 w 10369"/>
              <a:gd name="connsiteY3" fmla="*/ 2745 h 10026"/>
              <a:gd name="connsiteX4" fmla="*/ 3497 w 10369"/>
              <a:gd name="connsiteY4" fmla="*/ 9995 h 10026"/>
              <a:gd name="connsiteX5" fmla="*/ 0 w 10369"/>
              <a:gd name="connsiteY5" fmla="*/ 10026 h 10026"/>
              <a:gd name="connsiteX0" fmla="*/ 0 w 10369"/>
              <a:gd name="connsiteY0" fmla="*/ 9958 h 9958"/>
              <a:gd name="connsiteX1" fmla="*/ 6606 w 10369"/>
              <a:gd name="connsiteY1" fmla="*/ 0 h 9958"/>
              <a:gd name="connsiteX2" fmla="*/ 10369 w 10369"/>
              <a:gd name="connsiteY2" fmla="*/ 36 h 9958"/>
              <a:gd name="connsiteX3" fmla="*/ 8407 w 10369"/>
              <a:gd name="connsiteY3" fmla="*/ 2677 h 9958"/>
              <a:gd name="connsiteX4" fmla="*/ 3497 w 10369"/>
              <a:gd name="connsiteY4" fmla="*/ 9927 h 9958"/>
              <a:gd name="connsiteX5" fmla="*/ 0 w 10369"/>
              <a:gd name="connsiteY5" fmla="*/ 9958 h 9958"/>
              <a:gd name="connsiteX0" fmla="*/ 0 w 9898"/>
              <a:gd name="connsiteY0" fmla="*/ 10000 h 10000"/>
              <a:gd name="connsiteX1" fmla="*/ 6371 w 9898"/>
              <a:gd name="connsiteY1" fmla="*/ 0 h 10000"/>
              <a:gd name="connsiteX2" fmla="*/ 9898 w 9898"/>
              <a:gd name="connsiteY2" fmla="*/ 10 h 10000"/>
              <a:gd name="connsiteX3" fmla="*/ 8108 w 9898"/>
              <a:gd name="connsiteY3" fmla="*/ 2688 h 10000"/>
              <a:gd name="connsiteX4" fmla="*/ 3373 w 9898"/>
              <a:gd name="connsiteY4" fmla="*/ 9969 h 10000"/>
              <a:gd name="connsiteX5" fmla="*/ 0 w 9898"/>
              <a:gd name="connsiteY5" fmla="*/ 10000 h 10000"/>
              <a:gd name="connsiteX0" fmla="*/ 0 w 10103"/>
              <a:gd name="connsiteY0" fmla="*/ 10016 h 10016"/>
              <a:gd name="connsiteX1" fmla="*/ 6437 w 10103"/>
              <a:gd name="connsiteY1" fmla="*/ 16 h 10016"/>
              <a:gd name="connsiteX2" fmla="*/ 10103 w 10103"/>
              <a:gd name="connsiteY2" fmla="*/ 0 h 10016"/>
              <a:gd name="connsiteX3" fmla="*/ 8192 w 10103"/>
              <a:gd name="connsiteY3" fmla="*/ 2704 h 10016"/>
              <a:gd name="connsiteX4" fmla="*/ 3408 w 10103"/>
              <a:gd name="connsiteY4" fmla="*/ 9985 h 10016"/>
              <a:gd name="connsiteX5" fmla="*/ 0 w 10103"/>
              <a:gd name="connsiteY5" fmla="*/ 10016 h 10016"/>
              <a:gd name="connsiteX0" fmla="*/ 0 w 10103"/>
              <a:gd name="connsiteY0" fmla="*/ 10025 h 10025"/>
              <a:gd name="connsiteX1" fmla="*/ 6425 w 10103"/>
              <a:gd name="connsiteY1" fmla="*/ 0 h 10025"/>
              <a:gd name="connsiteX2" fmla="*/ 10103 w 10103"/>
              <a:gd name="connsiteY2" fmla="*/ 9 h 10025"/>
              <a:gd name="connsiteX3" fmla="*/ 8192 w 10103"/>
              <a:gd name="connsiteY3" fmla="*/ 2713 h 10025"/>
              <a:gd name="connsiteX4" fmla="*/ 3408 w 10103"/>
              <a:gd name="connsiteY4" fmla="*/ 9994 h 10025"/>
              <a:gd name="connsiteX5" fmla="*/ 0 w 10103"/>
              <a:gd name="connsiteY5" fmla="*/ 10025 h 10025"/>
              <a:gd name="connsiteX0" fmla="*/ 0 w 10103"/>
              <a:gd name="connsiteY0" fmla="*/ 10016 h 10016"/>
              <a:gd name="connsiteX1" fmla="*/ 7056 w 10103"/>
              <a:gd name="connsiteY1" fmla="*/ 17 h 10016"/>
              <a:gd name="connsiteX2" fmla="*/ 10103 w 10103"/>
              <a:gd name="connsiteY2" fmla="*/ 0 h 10016"/>
              <a:gd name="connsiteX3" fmla="*/ 8192 w 10103"/>
              <a:gd name="connsiteY3" fmla="*/ 2704 h 10016"/>
              <a:gd name="connsiteX4" fmla="*/ 3408 w 10103"/>
              <a:gd name="connsiteY4" fmla="*/ 9985 h 10016"/>
              <a:gd name="connsiteX5" fmla="*/ 0 w 10103"/>
              <a:gd name="connsiteY5" fmla="*/ 10016 h 10016"/>
              <a:gd name="connsiteX0" fmla="*/ 0 w 9525"/>
              <a:gd name="connsiteY0" fmla="*/ 9964 h 9985"/>
              <a:gd name="connsiteX1" fmla="*/ 6478 w 9525"/>
              <a:gd name="connsiteY1" fmla="*/ 17 h 9985"/>
              <a:gd name="connsiteX2" fmla="*/ 9525 w 9525"/>
              <a:gd name="connsiteY2" fmla="*/ 0 h 9985"/>
              <a:gd name="connsiteX3" fmla="*/ 7614 w 9525"/>
              <a:gd name="connsiteY3" fmla="*/ 2704 h 9985"/>
              <a:gd name="connsiteX4" fmla="*/ 2830 w 9525"/>
              <a:gd name="connsiteY4" fmla="*/ 9985 h 9985"/>
              <a:gd name="connsiteX5" fmla="*/ 0 w 9525"/>
              <a:gd name="connsiteY5" fmla="*/ 9964 h 9985"/>
              <a:gd name="connsiteX0" fmla="*/ 0 w 10000"/>
              <a:gd name="connsiteY0" fmla="*/ 9980 h 10001"/>
              <a:gd name="connsiteX1" fmla="*/ 6853 w 10000"/>
              <a:gd name="connsiteY1" fmla="*/ 0 h 10001"/>
              <a:gd name="connsiteX2" fmla="*/ 10000 w 10000"/>
              <a:gd name="connsiteY2" fmla="*/ 1 h 10001"/>
              <a:gd name="connsiteX3" fmla="*/ 7994 w 10000"/>
              <a:gd name="connsiteY3" fmla="*/ 2709 h 10001"/>
              <a:gd name="connsiteX4" fmla="*/ 2971 w 10000"/>
              <a:gd name="connsiteY4" fmla="*/ 10001 h 10001"/>
              <a:gd name="connsiteX5" fmla="*/ 0 w 10000"/>
              <a:gd name="connsiteY5" fmla="*/ 9980 h 10001"/>
              <a:gd name="connsiteX0" fmla="*/ 258 w 7029"/>
              <a:gd name="connsiteY0" fmla="*/ 4482 h 10001"/>
              <a:gd name="connsiteX1" fmla="*/ 3882 w 7029"/>
              <a:gd name="connsiteY1" fmla="*/ 0 h 10001"/>
              <a:gd name="connsiteX2" fmla="*/ 7029 w 7029"/>
              <a:gd name="connsiteY2" fmla="*/ 1 h 10001"/>
              <a:gd name="connsiteX3" fmla="*/ 5023 w 7029"/>
              <a:gd name="connsiteY3" fmla="*/ 2709 h 10001"/>
              <a:gd name="connsiteX4" fmla="*/ 0 w 7029"/>
              <a:gd name="connsiteY4" fmla="*/ 10001 h 10001"/>
              <a:gd name="connsiteX5" fmla="*/ 258 w 7029"/>
              <a:gd name="connsiteY5" fmla="*/ 4482 h 10001"/>
              <a:gd name="connsiteX0" fmla="*/ 0 w 9633"/>
              <a:gd name="connsiteY0" fmla="*/ 4482 h 4555"/>
              <a:gd name="connsiteX1" fmla="*/ 5156 w 9633"/>
              <a:gd name="connsiteY1" fmla="*/ 0 h 4555"/>
              <a:gd name="connsiteX2" fmla="*/ 9633 w 9633"/>
              <a:gd name="connsiteY2" fmla="*/ 1 h 4555"/>
              <a:gd name="connsiteX3" fmla="*/ 6779 w 9633"/>
              <a:gd name="connsiteY3" fmla="*/ 2709 h 4555"/>
              <a:gd name="connsiteX4" fmla="*/ 4112 w 9633"/>
              <a:gd name="connsiteY4" fmla="*/ 4555 h 4555"/>
              <a:gd name="connsiteX5" fmla="*/ 0 w 9633"/>
              <a:gd name="connsiteY5" fmla="*/ 4482 h 4555"/>
              <a:gd name="connsiteX0" fmla="*/ 0 w 10000"/>
              <a:gd name="connsiteY0" fmla="*/ 9840 h 10000"/>
              <a:gd name="connsiteX1" fmla="*/ 5352 w 10000"/>
              <a:gd name="connsiteY1" fmla="*/ 0 h 10000"/>
              <a:gd name="connsiteX2" fmla="*/ 10000 w 10000"/>
              <a:gd name="connsiteY2" fmla="*/ 2 h 10000"/>
              <a:gd name="connsiteX3" fmla="*/ 6441 w 10000"/>
              <a:gd name="connsiteY3" fmla="*/ 5717 h 10000"/>
              <a:gd name="connsiteX4" fmla="*/ 4269 w 10000"/>
              <a:gd name="connsiteY4" fmla="*/ 10000 h 10000"/>
              <a:gd name="connsiteX5" fmla="*/ 0 w 10000"/>
              <a:gd name="connsiteY5" fmla="*/ 9840 h 10000"/>
              <a:gd name="connsiteX0" fmla="*/ 0 w 9285"/>
              <a:gd name="connsiteY0" fmla="*/ 9895 h 10055"/>
              <a:gd name="connsiteX1" fmla="*/ 5352 w 9285"/>
              <a:gd name="connsiteY1" fmla="*/ 55 h 10055"/>
              <a:gd name="connsiteX2" fmla="*/ 9285 w 9285"/>
              <a:gd name="connsiteY2" fmla="*/ 0 h 10055"/>
              <a:gd name="connsiteX3" fmla="*/ 6441 w 9285"/>
              <a:gd name="connsiteY3" fmla="*/ 5772 h 10055"/>
              <a:gd name="connsiteX4" fmla="*/ 4269 w 9285"/>
              <a:gd name="connsiteY4" fmla="*/ 10055 h 10055"/>
              <a:gd name="connsiteX5" fmla="*/ 0 w 9285"/>
              <a:gd name="connsiteY5" fmla="*/ 9895 h 10055"/>
              <a:gd name="connsiteX0" fmla="*/ 0 w 10642"/>
              <a:gd name="connsiteY0" fmla="*/ 9670 h 10000"/>
              <a:gd name="connsiteX1" fmla="*/ 6406 w 10642"/>
              <a:gd name="connsiteY1" fmla="*/ 55 h 10000"/>
              <a:gd name="connsiteX2" fmla="*/ 10642 w 10642"/>
              <a:gd name="connsiteY2" fmla="*/ 0 h 10000"/>
              <a:gd name="connsiteX3" fmla="*/ 7579 w 10642"/>
              <a:gd name="connsiteY3" fmla="*/ 5740 h 10000"/>
              <a:gd name="connsiteX4" fmla="*/ 5240 w 10642"/>
              <a:gd name="connsiteY4" fmla="*/ 10000 h 10000"/>
              <a:gd name="connsiteX5" fmla="*/ 0 w 10642"/>
              <a:gd name="connsiteY5" fmla="*/ 9670 h 10000"/>
              <a:gd name="connsiteX0" fmla="*/ 0 w 10642"/>
              <a:gd name="connsiteY0" fmla="*/ 9670 h 9714"/>
              <a:gd name="connsiteX1" fmla="*/ 6406 w 10642"/>
              <a:gd name="connsiteY1" fmla="*/ 55 h 9714"/>
              <a:gd name="connsiteX2" fmla="*/ 10642 w 10642"/>
              <a:gd name="connsiteY2" fmla="*/ 0 h 9714"/>
              <a:gd name="connsiteX3" fmla="*/ 7579 w 10642"/>
              <a:gd name="connsiteY3" fmla="*/ 5740 h 9714"/>
              <a:gd name="connsiteX4" fmla="*/ 4598 w 10642"/>
              <a:gd name="connsiteY4" fmla="*/ 9714 h 9714"/>
              <a:gd name="connsiteX5" fmla="*/ 0 w 10642"/>
              <a:gd name="connsiteY5" fmla="*/ 9670 h 9714"/>
              <a:gd name="connsiteX0" fmla="*/ 0 w 10603"/>
              <a:gd name="connsiteY0" fmla="*/ 9955 h 10000"/>
              <a:gd name="connsiteX1" fmla="*/ 6020 w 10603"/>
              <a:gd name="connsiteY1" fmla="*/ 57 h 10000"/>
              <a:gd name="connsiteX2" fmla="*/ 10603 w 10603"/>
              <a:gd name="connsiteY2" fmla="*/ 0 h 10000"/>
              <a:gd name="connsiteX3" fmla="*/ 7122 w 10603"/>
              <a:gd name="connsiteY3" fmla="*/ 5909 h 10000"/>
              <a:gd name="connsiteX4" fmla="*/ 4321 w 10603"/>
              <a:gd name="connsiteY4" fmla="*/ 10000 h 10000"/>
              <a:gd name="connsiteX5" fmla="*/ 0 w 10603"/>
              <a:gd name="connsiteY5" fmla="*/ 9955 h 10000"/>
              <a:gd name="connsiteX0" fmla="*/ 0 w 10631"/>
              <a:gd name="connsiteY0" fmla="*/ 9898 h 9943"/>
              <a:gd name="connsiteX1" fmla="*/ 6020 w 10631"/>
              <a:gd name="connsiteY1" fmla="*/ 0 h 9943"/>
              <a:gd name="connsiteX2" fmla="*/ 10631 w 10631"/>
              <a:gd name="connsiteY2" fmla="*/ 81 h 9943"/>
              <a:gd name="connsiteX3" fmla="*/ 7122 w 10631"/>
              <a:gd name="connsiteY3" fmla="*/ 5852 h 9943"/>
              <a:gd name="connsiteX4" fmla="*/ 4321 w 10631"/>
              <a:gd name="connsiteY4" fmla="*/ 9943 h 9943"/>
              <a:gd name="connsiteX5" fmla="*/ 0 w 10631"/>
              <a:gd name="connsiteY5" fmla="*/ 9898 h 9943"/>
              <a:gd name="connsiteX0" fmla="*/ 0 w 10000"/>
              <a:gd name="connsiteY0" fmla="*/ 9955 h 10000"/>
              <a:gd name="connsiteX1" fmla="*/ 5663 w 10000"/>
              <a:gd name="connsiteY1" fmla="*/ 0 h 10000"/>
              <a:gd name="connsiteX2" fmla="*/ 5587 w 10000"/>
              <a:gd name="connsiteY2" fmla="*/ 78 h 10000"/>
              <a:gd name="connsiteX3" fmla="*/ 10000 w 10000"/>
              <a:gd name="connsiteY3" fmla="*/ 81 h 10000"/>
              <a:gd name="connsiteX4" fmla="*/ 6699 w 10000"/>
              <a:gd name="connsiteY4" fmla="*/ 5886 h 10000"/>
              <a:gd name="connsiteX5" fmla="*/ 4065 w 10000"/>
              <a:gd name="connsiteY5" fmla="*/ 10000 h 10000"/>
              <a:gd name="connsiteX6" fmla="*/ 0 w 10000"/>
              <a:gd name="connsiteY6" fmla="*/ 9955 h 10000"/>
              <a:gd name="connsiteX0" fmla="*/ 0 w 10000"/>
              <a:gd name="connsiteY0" fmla="*/ 9955 h 9955"/>
              <a:gd name="connsiteX1" fmla="*/ 5663 w 10000"/>
              <a:gd name="connsiteY1" fmla="*/ 0 h 9955"/>
              <a:gd name="connsiteX2" fmla="*/ 5587 w 10000"/>
              <a:gd name="connsiteY2" fmla="*/ 78 h 9955"/>
              <a:gd name="connsiteX3" fmla="*/ 10000 w 10000"/>
              <a:gd name="connsiteY3" fmla="*/ 81 h 9955"/>
              <a:gd name="connsiteX4" fmla="*/ 6699 w 10000"/>
              <a:gd name="connsiteY4" fmla="*/ 5886 h 9955"/>
              <a:gd name="connsiteX5" fmla="*/ 5475 w 10000"/>
              <a:gd name="connsiteY5" fmla="*/ 7781 h 9955"/>
              <a:gd name="connsiteX6" fmla="*/ 0 w 10000"/>
              <a:gd name="connsiteY6" fmla="*/ 9955 h 9955"/>
              <a:gd name="connsiteX0" fmla="*/ 0 w 8750"/>
              <a:gd name="connsiteY0" fmla="*/ 7785 h 7816"/>
              <a:gd name="connsiteX1" fmla="*/ 4413 w 8750"/>
              <a:gd name="connsiteY1" fmla="*/ 0 h 7816"/>
              <a:gd name="connsiteX2" fmla="*/ 4337 w 8750"/>
              <a:gd name="connsiteY2" fmla="*/ 78 h 7816"/>
              <a:gd name="connsiteX3" fmla="*/ 8750 w 8750"/>
              <a:gd name="connsiteY3" fmla="*/ 81 h 7816"/>
              <a:gd name="connsiteX4" fmla="*/ 5449 w 8750"/>
              <a:gd name="connsiteY4" fmla="*/ 5913 h 7816"/>
              <a:gd name="connsiteX5" fmla="*/ 4225 w 8750"/>
              <a:gd name="connsiteY5" fmla="*/ 7816 h 7816"/>
              <a:gd name="connsiteX6" fmla="*/ 0 w 8750"/>
              <a:gd name="connsiteY6" fmla="*/ 7785 h 7816"/>
              <a:gd name="connsiteX0" fmla="*/ 0 w 10000"/>
              <a:gd name="connsiteY0" fmla="*/ 9960 h 10000"/>
              <a:gd name="connsiteX1" fmla="*/ 5043 w 10000"/>
              <a:gd name="connsiteY1" fmla="*/ 0 h 10000"/>
              <a:gd name="connsiteX2" fmla="*/ 4957 w 10000"/>
              <a:gd name="connsiteY2" fmla="*/ 100 h 10000"/>
              <a:gd name="connsiteX3" fmla="*/ 10000 w 10000"/>
              <a:gd name="connsiteY3" fmla="*/ 104 h 10000"/>
              <a:gd name="connsiteX4" fmla="*/ 6075 w 10000"/>
              <a:gd name="connsiteY4" fmla="*/ 7476 h 10000"/>
              <a:gd name="connsiteX5" fmla="*/ 4829 w 10000"/>
              <a:gd name="connsiteY5" fmla="*/ 10000 h 10000"/>
              <a:gd name="connsiteX6" fmla="*/ 0 w 10000"/>
              <a:gd name="connsiteY6" fmla="*/ 9960 h 10000"/>
              <a:gd name="connsiteX0" fmla="*/ 0 w 10000"/>
              <a:gd name="connsiteY0" fmla="*/ 9960 h 10000"/>
              <a:gd name="connsiteX1" fmla="*/ 5043 w 10000"/>
              <a:gd name="connsiteY1" fmla="*/ 0 h 10000"/>
              <a:gd name="connsiteX2" fmla="*/ 4957 w 10000"/>
              <a:gd name="connsiteY2" fmla="*/ 100 h 10000"/>
              <a:gd name="connsiteX3" fmla="*/ 10000 w 10000"/>
              <a:gd name="connsiteY3" fmla="*/ 104 h 10000"/>
              <a:gd name="connsiteX4" fmla="*/ 7625 w 10000"/>
              <a:gd name="connsiteY4" fmla="*/ 4570 h 10000"/>
              <a:gd name="connsiteX5" fmla="*/ 4829 w 10000"/>
              <a:gd name="connsiteY5" fmla="*/ 10000 h 10000"/>
              <a:gd name="connsiteX6" fmla="*/ 0 w 10000"/>
              <a:gd name="connsiteY6" fmla="*/ 9960 h 10000"/>
              <a:gd name="connsiteX0" fmla="*/ 0 w 10000"/>
              <a:gd name="connsiteY0" fmla="*/ 9960 h 10000"/>
              <a:gd name="connsiteX1" fmla="*/ 5043 w 10000"/>
              <a:gd name="connsiteY1" fmla="*/ 0 h 10000"/>
              <a:gd name="connsiteX2" fmla="*/ 5413 w 10000"/>
              <a:gd name="connsiteY2" fmla="*/ 100 h 10000"/>
              <a:gd name="connsiteX3" fmla="*/ 10000 w 10000"/>
              <a:gd name="connsiteY3" fmla="*/ 104 h 10000"/>
              <a:gd name="connsiteX4" fmla="*/ 7625 w 10000"/>
              <a:gd name="connsiteY4" fmla="*/ 4570 h 10000"/>
              <a:gd name="connsiteX5" fmla="*/ 4829 w 10000"/>
              <a:gd name="connsiteY5" fmla="*/ 10000 h 10000"/>
              <a:gd name="connsiteX6" fmla="*/ 0 w 10000"/>
              <a:gd name="connsiteY6" fmla="*/ 9960 h 10000"/>
              <a:gd name="connsiteX0" fmla="*/ 0 w 10000"/>
              <a:gd name="connsiteY0" fmla="*/ 9960 h 10000"/>
              <a:gd name="connsiteX1" fmla="*/ 5043 w 10000"/>
              <a:gd name="connsiteY1" fmla="*/ 0 h 10000"/>
              <a:gd name="connsiteX2" fmla="*/ 5413 w 10000"/>
              <a:gd name="connsiteY2" fmla="*/ 100 h 10000"/>
              <a:gd name="connsiteX3" fmla="*/ 10000 w 10000"/>
              <a:gd name="connsiteY3" fmla="*/ 104 h 10000"/>
              <a:gd name="connsiteX4" fmla="*/ 7625 w 10000"/>
              <a:gd name="connsiteY4" fmla="*/ 4570 h 10000"/>
              <a:gd name="connsiteX5" fmla="*/ 4829 w 10000"/>
              <a:gd name="connsiteY5" fmla="*/ 10000 h 10000"/>
              <a:gd name="connsiteX6" fmla="*/ 0 w 10000"/>
              <a:gd name="connsiteY6" fmla="*/ 9960 h 10000"/>
              <a:gd name="connsiteX0" fmla="*/ 0 w 10000"/>
              <a:gd name="connsiteY0" fmla="*/ 9960 h 10000"/>
              <a:gd name="connsiteX1" fmla="*/ 5043 w 10000"/>
              <a:gd name="connsiteY1" fmla="*/ 0 h 10000"/>
              <a:gd name="connsiteX2" fmla="*/ 6203 w 10000"/>
              <a:gd name="connsiteY2" fmla="*/ 29 h 10000"/>
              <a:gd name="connsiteX3" fmla="*/ 10000 w 10000"/>
              <a:gd name="connsiteY3" fmla="*/ 104 h 10000"/>
              <a:gd name="connsiteX4" fmla="*/ 7625 w 10000"/>
              <a:gd name="connsiteY4" fmla="*/ 4570 h 10000"/>
              <a:gd name="connsiteX5" fmla="*/ 4829 w 10000"/>
              <a:gd name="connsiteY5" fmla="*/ 10000 h 10000"/>
              <a:gd name="connsiteX6" fmla="*/ 0 w 10000"/>
              <a:gd name="connsiteY6" fmla="*/ 9960 h 10000"/>
              <a:gd name="connsiteX0" fmla="*/ 0 w 10000"/>
              <a:gd name="connsiteY0" fmla="*/ 9932 h 9972"/>
              <a:gd name="connsiteX1" fmla="*/ 5043 w 10000"/>
              <a:gd name="connsiteY1" fmla="*/ 79 h 9972"/>
              <a:gd name="connsiteX2" fmla="*/ 6203 w 10000"/>
              <a:gd name="connsiteY2" fmla="*/ 1 h 9972"/>
              <a:gd name="connsiteX3" fmla="*/ 10000 w 10000"/>
              <a:gd name="connsiteY3" fmla="*/ 76 h 9972"/>
              <a:gd name="connsiteX4" fmla="*/ 7625 w 10000"/>
              <a:gd name="connsiteY4" fmla="*/ 4542 h 9972"/>
              <a:gd name="connsiteX5" fmla="*/ 4829 w 10000"/>
              <a:gd name="connsiteY5" fmla="*/ 9972 h 9972"/>
              <a:gd name="connsiteX6" fmla="*/ 0 w 10000"/>
              <a:gd name="connsiteY6" fmla="*/ 9932 h 9972"/>
              <a:gd name="connsiteX0" fmla="*/ 0 w 10000"/>
              <a:gd name="connsiteY0" fmla="*/ 9884 h 9924"/>
              <a:gd name="connsiteX1" fmla="*/ 5043 w 10000"/>
              <a:gd name="connsiteY1" fmla="*/ 3 h 9924"/>
              <a:gd name="connsiteX2" fmla="*/ 6203 w 10000"/>
              <a:gd name="connsiteY2" fmla="*/ 32 h 9924"/>
              <a:gd name="connsiteX3" fmla="*/ 10000 w 10000"/>
              <a:gd name="connsiteY3" fmla="*/ 0 h 9924"/>
              <a:gd name="connsiteX4" fmla="*/ 7625 w 10000"/>
              <a:gd name="connsiteY4" fmla="*/ 4479 h 9924"/>
              <a:gd name="connsiteX5" fmla="*/ 4829 w 10000"/>
              <a:gd name="connsiteY5" fmla="*/ 9924 h 9924"/>
              <a:gd name="connsiteX6" fmla="*/ 0 w 10000"/>
              <a:gd name="connsiteY6" fmla="*/ 9884 h 9924"/>
              <a:gd name="connsiteX0" fmla="*/ 0 w 10000"/>
              <a:gd name="connsiteY0" fmla="*/ 9975 h 10015"/>
              <a:gd name="connsiteX1" fmla="*/ 5621 w 10000"/>
              <a:gd name="connsiteY1" fmla="*/ 0 h 10015"/>
              <a:gd name="connsiteX2" fmla="*/ 6203 w 10000"/>
              <a:gd name="connsiteY2" fmla="*/ 47 h 10015"/>
              <a:gd name="connsiteX3" fmla="*/ 10000 w 10000"/>
              <a:gd name="connsiteY3" fmla="*/ 15 h 10015"/>
              <a:gd name="connsiteX4" fmla="*/ 7625 w 10000"/>
              <a:gd name="connsiteY4" fmla="*/ 4528 h 10015"/>
              <a:gd name="connsiteX5" fmla="*/ 4829 w 10000"/>
              <a:gd name="connsiteY5" fmla="*/ 10015 h 10015"/>
              <a:gd name="connsiteX6" fmla="*/ 0 w 10000"/>
              <a:gd name="connsiteY6" fmla="*/ 9975 h 10015"/>
              <a:gd name="connsiteX0" fmla="*/ 0 w 10000"/>
              <a:gd name="connsiteY0" fmla="*/ 9975 h 10015"/>
              <a:gd name="connsiteX1" fmla="*/ 5621 w 10000"/>
              <a:gd name="connsiteY1" fmla="*/ 0 h 10015"/>
              <a:gd name="connsiteX2" fmla="*/ 7024 w 10000"/>
              <a:gd name="connsiteY2" fmla="*/ 11 h 10015"/>
              <a:gd name="connsiteX3" fmla="*/ 10000 w 10000"/>
              <a:gd name="connsiteY3" fmla="*/ 15 h 10015"/>
              <a:gd name="connsiteX4" fmla="*/ 7625 w 10000"/>
              <a:gd name="connsiteY4" fmla="*/ 4528 h 10015"/>
              <a:gd name="connsiteX5" fmla="*/ 4829 w 10000"/>
              <a:gd name="connsiteY5" fmla="*/ 10015 h 10015"/>
              <a:gd name="connsiteX6" fmla="*/ 0 w 10000"/>
              <a:gd name="connsiteY6" fmla="*/ 9975 h 10015"/>
              <a:gd name="connsiteX0" fmla="*/ 0 w 10000"/>
              <a:gd name="connsiteY0" fmla="*/ 10011 h 10051"/>
              <a:gd name="connsiteX1" fmla="*/ 6047 w 10000"/>
              <a:gd name="connsiteY1" fmla="*/ 0 h 10051"/>
              <a:gd name="connsiteX2" fmla="*/ 7024 w 10000"/>
              <a:gd name="connsiteY2" fmla="*/ 47 h 10051"/>
              <a:gd name="connsiteX3" fmla="*/ 10000 w 10000"/>
              <a:gd name="connsiteY3" fmla="*/ 51 h 10051"/>
              <a:gd name="connsiteX4" fmla="*/ 7625 w 10000"/>
              <a:gd name="connsiteY4" fmla="*/ 4564 h 10051"/>
              <a:gd name="connsiteX5" fmla="*/ 4829 w 10000"/>
              <a:gd name="connsiteY5" fmla="*/ 10051 h 10051"/>
              <a:gd name="connsiteX6" fmla="*/ 0 w 10000"/>
              <a:gd name="connsiteY6" fmla="*/ 10011 h 10051"/>
              <a:gd name="connsiteX0" fmla="*/ 0 w 10000"/>
              <a:gd name="connsiteY0" fmla="*/ 10011 h 10051"/>
              <a:gd name="connsiteX1" fmla="*/ 6047 w 10000"/>
              <a:gd name="connsiteY1" fmla="*/ 0 h 10051"/>
              <a:gd name="connsiteX2" fmla="*/ 7024 w 10000"/>
              <a:gd name="connsiteY2" fmla="*/ 47 h 10051"/>
              <a:gd name="connsiteX3" fmla="*/ 10000 w 10000"/>
              <a:gd name="connsiteY3" fmla="*/ 51 h 10051"/>
              <a:gd name="connsiteX4" fmla="*/ 7625 w 10000"/>
              <a:gd name="connsiteY4" fmla="*/ 4564 h 10051"/>
              <a:gd name="connsiteX5" fmla="*/ 4343 w 10000"/>
              <a:gd name="connsiteY5" fmla="*/ 10051 h 10051"/>
              <a:gd name="connsiteX6" fmla="*/ 0 w 10000"/>
              <a:gd name="connsiteY6" fmla="*/ 10011 h 10051"/>
              <a:gd name="connsiteX0" fmla="*/ 0 w 10000"/>
              <a:gd name="connsiteY0" fmla="*/ 10011 h 10051"/>
              <a:gd name="connsiteX1" fmla="*/ 6047 w 10000"/>
              <a:gd name="connsiteY1" fmla="*/ 0 h 10051"/>
              <a:gd name="connsiteX2" fmla="*/ 7024 w 10000"/>
              <a:gd name="connsiteY2" fmla="*/ 47 h 10051"/>
              <a:gd name="connsiteX3" fmla="*/ 10000 w 10000"/>
              <a:gd name="connsiteY3" fmla="*/ 51 h 10051"/>
              <a:gd name="connsiteX4" fmla="*/ 7534 w 10000"/>
              <a:gd name="connsiteY4" fmla="*/ 4510 h 10051"/>
              <a:gd name="connsiteX5" fmla="*/ 4343 w 10000"/>
              <a:gd name="connsiteY5" fmla="*/ 10051 h 10051"/>
              <a:gd name="connsiteX6" fmla="*/ 0 w 10000"/>
              <a:gd name="connsiteY6" fmla="*/ 10011 h 10051"/>
              <a:gd name="connsiteX0" fmla="*/ 0 w 10000"/>
              <a:gd name="connsiteY0" fmla="*/ 10011 h 10051"/>
              <a:gd name="connsiteX1" fmla="*/ 6047 w 10000"/>
              <a:gd name="connsiteY1" fmla="*/ 0 h 10051"/>
              <a:gd name="connsiteX2" fmla="*/ 7024 w 10000"/>
              <a:gd name="connsiteY2" fmla="*/ 47 h 10051"/>
              <a:gd name="connsiteX3" fmla="*/ 10000 w 10000"/>
              <a:gd name="connsiteY3" fmla="*/ 51 h 10051"/>
              <a:gd name="connsiteX4" fmla="*/ 7534 w 10000"/>
              <a:gd name="connsiteY4" fmla="*/ 4510 h 10051"/>
              <a:gd name="connsiteX5" fmla="*/ 4161 w 10000"/>
              <a:gd name="connsiteY5" fmla="*/ 10051 h 10051"/>
              <a:gd name="connsiteX6" fmla="*/ 0 w 10000"/>
              <a:gd name="connsiteY6" fmla="*/ 10011 h 10051"/>
              <a:gd name="connsiteX0" fmla="*/ 0 w 10000"/>
              <a:gd name="connsiteY0" fmla="*/ 10011 h 10051"/>
              <a:gd name="connsiteX1" fmla="*/ 6047 w 10000"/>
              <a:gd name="connsiteY1" fmla="*/ 0 h 10051"/>
              <a:gd name="connsiteX2" fmla="*/ 7024 w 10000"/>
              <a:gd name="connsiteY2" fmla="*/ 47 h 10051"/>
              <a:gd name="connsiteX3" fmla="*/ 10000 w 10000"/>
              <a:gd name="connsiteY3" fmla="*/ 51 h 10051"/>
              <a:gd name="connsiteX4" fmla="*/ 7443 w 10000"/>
              <a:gd name="connsiteY4" fmla="*/ 4600 h 10051"/>
              <a:gd name="connsiteX5" fmla="*/ 4161 w 10000"/>
              <a:gd name="connsiteY5" fmla="*/ 10051 h 10051"/>
              <a:gd name="connsiteX6" fmla="*/ 0 w 10000"/>
              <a:gd name="connsiteY6" fmla="*/ 10011 h 10051"/>
              <a:gd name="connsiteX0" fmla="*/ 0 w 10000"/>
              <a:gd name="connsiteY0" fmla="*/ 9966 h 10006"/>
              <a:gd name="connsiteX1" fmla="*/ 5941 w 10000"/>
              <a:gd name="connsiteY1" fmla="*/ 9 h 10006"/>
              <a:gd name="connsiteX2" fmla="*/ 7024 w 10000"/>
              <a:gd name="connsiteY2" fmla="*/ 2 h 10006"/>
              <a:gd name="connsiteX3" fmla="*/ 10000 w 10000"/>
              <a:gd name="connsiteY3" fmla="*/ 6 h 10006"/>
              <a:gd name="connsiteX4" fmla="*/ 7443 w 10000"/>
              <a:gd name="connsiteY4" fmla="*/ 4555 h 10006"/>
              <a:gd name="connsiteX5" fmla="*/ 4161 w 10000"/>
              <a:gd name="connsiteY5" fmla="*/ 10006 h 10006"/>
              <a:gd name="connsiteX6" fmla="*/ 0 w 10000"/>
              <a:gd name="connsiteY6" fmla="*/ 9966 h 10006"/>
              <a:gd name="connsiteX0" fmla="*/ 0 w 10000"/>
              <a:gd name="connsiteY0" fmla="*/ 10000 h 10040"/>
              <a:gd name="connsiteX1" fmla="*/ 5941 w 10000"/>
              <a:gd name="connsiteY1" fmla="*/ 43 h 10040"/>
              <a:gd name="connsiteX2" fmla="*/ 7103 w 10000"/>
              <a:gd name="connsiteY2" fmla="*/ 0 h 10040"/>
              <a:gd name="connsiteX3" fmla="*/ 10000 w 10000"/>
              <a:gd name="connsiteY3" fmla="*/ 40 h 10040"/>
              <a:gd name="connsiteX4" fmla="*/ 7443 w 10000"/>
              <a:gd name="connsiteY4" fmla="*/ 4589 h 10040"/>
              <a:gd name="connsiteX5" fmla="*/ 4161 w 10000"/>
              <a:gd name="connsiteY5" fmla="*/ 10040 h 10040"/>
              <a:gd name="connsiteX6" fmla="*/ 0 w 10000"/>
              <a:gd name="connsiteY6" fmla="*/ 10000 h 10040"/>
              <a:gd name="connsiteX0" fmla="*/ 0 w 10000"/>
              <a:gd name="connsiteY0" fmla="*/ 9966 h 10006"/>
              <a:gd name="connsiteX1" fmla="*/ 5941 w 10000"/>
              <a:gd name="connsiteY1" fmla="*/ 9 h 10006"/>
              <a:gd name="connsiteX2" fmla="*/ 7685 w 10000"/>
              <a:gd name="connsiteY2" fmla="*/ 2 h 10006"/>
              <a:gd name="connsiteX3" fmla="*/ 10000 w 10000"/>
              <a:gd name="connsiteY3" fmla="*/ 6 h 10006"/>
              <a:gd name="connsiteX4" fmla="*/ 7443 w 10000"/>
              <a:gd name="connsiteY4" fmla="*/ 4555 h 10006"/>
              <a:gd name="connsiteX5" fmla="*/ 4161 w 10000"/>
              <a:gd name="connsiteY5" fmla="*/ 10006 h 10006"/>
              <a:gd name="connsiteX6" fmla="*/ 0 w 10000"/>
              <a:gd name="connsiteY6" fmla="*/ 9966 h 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6">
                <a:moveTo>
                  <a:pt x="0" y="9966"/>
                </a:moveTo>
                <a:lnTo>
                  <a:pt x="5941" y="9"/>
                </a:lnTo>
                <a:cubicBezTo>
                  <a:pt x="5984" y="18"/>
                  <a:pt x="7642" y="-7"/>
                  <a:pt x="7685" y="2"/>
                </a:cubicBezTo>
                <a:lnTo>
                  <a:pt x="10000" y="6"/>
                </a:lnTo>
                <a:cubicBezTo>
                  <a:pt x="9999" y="87"/>
                  <a:pt x="7443" y="4476"/>
                  <a:pt x="7443" y="4555"/>
                </a:cubicBezTo>
                <a:lnTo>
                  <a:pt x="4161" y="10006"/>
                </a:lnTo>
                <a:lnTo>
                  <a:pt x="0" y="996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0" name="TextBox 19"/>
          <p:cNvSpPr txBox="1"/>
          <p:nvPr/>
        </p:nvSpPr>
        <p:spPr>
          <a:xfrm>
            <a:off x="4355976" y="382839"/>
            <a:ext cx="3004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5400" b="1" dirty="0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PROFIL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3181" y="1176760"/>
            <a:ext cx="4911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600" dirty="0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 </a:t>
            </a:r>
            <a:r>
              <a:rPr lang="en-US" sz="3600" dirty="0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madrasah </a:t>
            </a:r>
            <a:r>
              <a:rPr lang="en-US" sz="3600" dirty="0" err="1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baitul</a:t>
            </a:r>
            <a:r>
              <a:rPr lang="en-US" sz="3600" dirty="0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izzah</a:t>
            </a:r>
            <a:endParaRPr lang="id-ID" sz="3600" dirty="0">
              <a:solidFill>
                <a:schemeClr val="bg1"/>
              </a:solidFill>
              <a:latin typeface="Bebas Neue Bold" pitchFamily="34" charset="0"/>
              <a:ea typeface="Open Sans Semibold" pitchFamily="34" charset="0"/>
              <a:cs typeface="Open Sans Semibold" pitchFamily="34" charset="0"/>
            </a:endParaRPr>
          </a:p>
        </p:txBody>
      </p:sp>
      <p:sp>
        <p:nvSpPr>
          <p:cNvPr id="22" name="Flowchart: Data 10"/>
          <p:cNvSpPr/>
          <p:nvPr/>
        </p:nvSpPr>
        <p:spPr>
          <a:xfrm>
            <a:off x="1020871" y="4083917"/>
            <a:ext cx="958841" cy="1083147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7055"/>
              <a:gd name="connsiteY0" fmla="*/ 10000 h 10000"/>
              <a:gd name="connsiteX1" fmla="*/ 2000 w 17055"/>
              <a:gd name="connsiteY1" fmla="*/ 0 h 10000"/>
              <a:gd name="connsiteX2" fmla="*/ 17055 w 17055"/>
              <a:gd name="connsiteY2" fmla="*/ 43 h 10000"/>
              <a:gd name="connsiteX3" fmla="*/ 8000 w 17055"/>
              <a:gd name="connsiteY3" fmla="*/ 10000 h 10000"/>
              <a:gd name="connsiteX4" fmla="*/ 0 w 17055"/>
              <a:gd name="connsiteY4" fmla="*/ 10000 h 10000"/>
              <a:gd name="connsiteX0" fmla="*/ 0 w 17055"/>
              <a:gd name="connsiteY0" fmla="*/ 9978 h 9978"/>
              <a:gd name="connsiteX1" fmla="*/ 9104 w 17055"/>
              <a:gd name="connsiteY1" fmla="*/ 0 h 9978"/>
              <a:gd name="connsiteX2" fmla="*/ 17055 w 17055"/>
              <a:gd name="connsiteY2" fmla="*/ 21 h 9978"/>
              <a:gd name="connsiteX3" fmla="*/ 8000 w 17055"/>
              <a:gd name="connsiteY3" fmla="*/ 9978 h 9978"/>
              <a:gd name="connsiteX4" fmla="*/ 0 w 17055"/>
              <a:gd name="connsiteY4" fmla="*/ 9978 h 9978"/>
              <a:gd name="connsiteX0" fmla="*/ 0 w 9971"/>
              <a:gd name="connsiteY0" fmla="*/ 10001 h 10001"/>
              <a:gd name="connsiteX1" fmla="*/ 5338 w 9971"/>
              <a:gd name="connsiteY1" fmla="*/ 1 h 10001"/>
              <a:gd name="connsiteX2" fmla="*/ 9971 w 9971"/>
              <a:gd name="connsiteY2" fmla="*/ 0 h 10001"/>
              <a:gd name="connsiteX3" fmla="*/ 4691 w 9971"/>
              <a:gd name="connsiteY3" fmla="*/ 10001 h 10001"/>
              <a:gd name="connsiteX4" fmla="*/ 0 w 9971"/>
              <a:gd name="connsiteY4" fmla="*/ 10001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71" h="10001">
                <a:moveTo>
                  <a:pt x="0" y="10001"/>
                </a:moveTo>
                <a:lnTo>
                  <a:pt x="5338" y="1"/>
                </a:lnTo>
                <a:lnTo>
                  <a:pt x="9971" y="0"/>
                </a:lnTo>
                <a:lnTo>
                  <a:pt x="4691" y="10001"/>
                </a:lnTo>
                <a:lnTo>
                  <a:pt x="0" y="10001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TextBox 8"/>
          <p:cNvSpPr txBox="1"/>
          <p:nvPr/>
        </p:nvSpPr>
        <p:spPr>
          <a:xfrm>
            <a:off x="4053181" y="1750045"/>
            <a:ext cx="4911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dirty="0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tahfidz</a:t>
            </a:r>
            <a:r>
              <a:rPr lang="en-US" sz="2400" dirty="0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qur’an</a:t>
            </a:r>
            <a:r>
              <a:rPr lang="en-US" sz="2400" dirty="0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 30 </a:t>
            </a:r>
            <a:r>
              <a:rPr lang="en-US" sz="2400" dirty="0" err="1" smtClean="0">
                <a:solidFill>
                  <a:schemeClr val="bg1"/>
                </a:solidFill>
                <a:latin typeface="Bebas Neue Bold" pitchFamily="34" charset="0"/>
                <a:ea typeface="Open Sans Semibold" pitchFamily="34" charset="0"/>
                <a:cs typeface="Open Sans Semibold" pitchFamily="34" charset="0"/>
              </a:rPr>
              <a:t>juz</a:t>
            </a:r>
            <a:endParaRPr lang="id-ID" sz="2400" dirty="0">
              <a:solidFill>
                <a:schemeClr val="bg1"/>
              </a:solidFill>
              <a:latin typeface="Bebas Neue Bold" pitchFamily="34" charset="0"/>
              <a:ea typeface="Open Sans Semibold" pitchFamily="34" charset="0"/>
              <a:cs typeface="Open Sans Semibold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732436" y="1822194"/>
            <a:ext cx="358398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C:\Users\User\Desktop\2853b8ef-fc73-46f9-b4f6-063609205e8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499742"/>
            <a:ext cx="2385481" cy="2504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335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7522">
        <p14:vortex dir="r"/>
      </p:transition>
    </mc:Choice>
    <mc:Fallback xmlns="">
      <p:transition spd="slow" advTm="752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0" grpId="0"/>
      <p:bldP spid="21" grpId="0"/>
      <p:bldP spid="22" grpId="0" animBg="1"/>
      <p:bldP spid="9" grpId="0"/>
    </p:bld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Hasil gambar untuk baca qur'an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9" r="-20228"/>
          <a:stretch/>
        </p:blipFill>
        <p:spPr bwMode="auto">
          <a:xfrm>
            <a:off x="4203214" y="479"/>
            <a:ext cx="6312104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lowchart: Data 3"/>
          <p:cNvSpPr/>
          <p:nvPr/>
        </p:nvSpPr>
        <p:spPr>
          <a:xfrm>
            <a:off x="3434947" y="-20538"/>
            <a:ext cx="2649221" cy="4444364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35506"/>
              <a:gd name="connsiteY0" fmla="*/ 9907 h 10000"/>
              <a:gd name="connsiteX1" fmla="*/ 27506 w 35506"/>
              <a:gd name="connsiteY1" fmla="*/ 0 h 10000"/>
              <a:gd name="connsiteX2" fmla="*/ 35506 w 35506"/>
              <a:gd name="connsiteY2" fmla="*/ 0 h 10000"/>
              <a:gd name="connsiteX3" fmla="*/ 33506 w 35506"/>
              <a:gd name="connsiteY3" fmla="*/ 10000 h 10000"/>
              <a:gd name="connsiteX4" fmla="*/ 0 w 35506"/>
              <a:gd name="connsiteY4" fmla="*/ 9907 h 10000"/>
              <a:gd name="connsiteX0" fmla="*/ 0 w 35506"/>
              <a:gd name="connsiteY0" fmla="*/ 9907 h 10000"/>
              <a:gd name="connsiteX1" fmla="*/ 16870 w 35506"/>
              <a:gd name="connsiteY1" fmla="*/ 23 h 10000"/>
              <a:gd name="connsiteX2" fmla="*/ 35506 w 35506"/>
              <a:gd name="connsiteY2" fmla="*/ 0 h 10000"/>
              <a:gd name="connsiteX3" fmla="*/ 33506 w 35506"/>
              <a:gd name="connsiteY3" fmla="*/ 10000 h 10000"/>
              <a:gd name="connsiteX4" fmla="*/ 0 w 35506"/>
              <a:gd name="connsiteY4" fmla="*/ 9907 h 10000"/>
              <a:gd name="connsiteX0" fmla="*/ 0 w 35506"/>
              <a:gd name="connsiteY0" fmla="*/ 9907 h 9930"/>
              <a:gd name="connsiteX1" fmla="*/ 16870 w 35506"/>
              <a:gd name="connsiteY1" fmla="*/ 23 h 9930"/>
              <a:gd name="connsiteX2" fmla="*/ 35506 w 35506"/>
              <a:gd name="connsiteY2" fmla="*/ 0 h 9930"/>
              <a:gd name="connsiteX3" fmla="*/ 12016 w 35506"/>
              <a:gd name="connsiteY3" fmla="*/ 9930 h 9930"/>
              <a:gd name="connsiteX4" fmla="*/ 0 w 35506"/>
              <a:gd name="connsiteY4" fmla="*/ 9907 h 9930"/>
              <a:gd name="connsiteX0" fmla="*/ 0 w 8258"/>
              <a:gd name="connsiteY0" fmla="*/ 9954 h 9977"/>
              <a:gd name="connsiteX1" fmla="*/ 4751 w 8258"/>
              <a:gd name="connsiteY1" fmla="*/ 0 h 9977"/>
              <a:gd name="connsiteX2" fmla="*/ 8258 w 8258"/>
              <a:gd name="connsiteY2" fmla="*/ 0 h 9977"/>
              <a:gd name="connsiteX3" fmla="*/ 3384 w 8258"/>
              <a:gd name="connsiteY3" fmla="*/ 9977 h 9977"/>
              <a:gd name="connsiteX4" fmla="*/ 0 w 8258"/>
              <a:gd name="connsiteY4" fmla="*/ 9954 h 9977"/>
              <a:gd name="connsiteX0" fmla="*/ 0 w 10740"/>
              <a:gd name="connsiteY0" fmla="*/ 10023 h 10046"/>
              <a:gd name="connsiteX1" fmla="*/ 5753 w 10740"/>
              <a:gd name="connsiteY1" fmla="*/ 46 h 10046"/>
              <a:gd name="connsiteX2" fmla="*/ 10740 w 10740"/>
              <a:gd name="connsiteY2" fmla="*/ 0 h 10046"/>
              <a:gd name="connsiteX3" fmla="*/ 4098 w 10740"/>
              <a:gd name="connsiteY3" fmla="*/ 10046 h 10046"/>
              <a:gd name="connsiteX4" fmla="*/ 0 w 10740"/>
              <a:gd name="connsiteY4" fmla="*/ 10023 h 10046"/>
              <a:gd name="connsiteX0" fmla="*/ 0 w 10740"/>
              <a:gd name="connsiteY0" fmla="*/ 10023 h 10046"/>
              <a:gd name="connsiteX1" fmla="*/ 6271 w 10740"/>
              <a:gd name="connsiteY1" fmla="*/ 92 h 10046"/>
              <a:gd name="connsiteX2" fmla="*/ 10740 w 10740"/>
              <a:gd name="connsiteY2" fmla="*/ 0 h 10046"/>
              <a:gd name="connsiteX3" fmla="*/ 4098 w 10740"/>
              <a:gd name="connsiteY3" fmla="*/ 10046 h 10046"/>
              <a:gd name="connsiteX4" fmla="*/ 0 w 10740"/>
              <a:gd name="connsiteY4" fmla="*/ 10023 h 10046"/>
              <a:gd name="connsiteX0" fmla="*/ 0 w 10740"/>
              <a:gd name="connsiteY0" fmla="*/ 10023 h 10046"/>
              <a:gd name="connsiteX1" fmla="*/ 6271 w 10740"/>
              <a:gd name="connsiteY1" fmla="*/ 46 h 10046"/>
              <a:gd name="connsiteX2" fmla="*/ 10740 w 10740"/>
              <a:gd name="connsiteY2" fmla="*/ 0 h 10046"/>
              <a:gd name="connsiteX3" fmla="*/ 4098 w 10740"/>
              <a:gd name="connsiteY3" fmla="*/ 10046 h 10046"/>
              <a:gd name="connsiteX4" fmla="*/ 0 w 10740"/>
              <a:gd name="connsiteY4" fmla="*/ 10023 h 10046"/>
              <a:gd name="connsiteX0" fmla="*/ 0 w 10740"/>
              <a:gd name="connsiteY0" fmla="*/ 10023 h 10046"/>
              <a:gd name="connsiteX1" fmla="*/ 6262 w 10740"/>
              <a:gd name="connsiteY1" fmla="*/ 30 h 10046"/>
              <a:gd name="connsiteX2" fmla="*/ 10740 w 10740"/>
              <a:gd name="connsiteY2" fmla="*/ 0 h 10046"/>
              <a:gd name="connsiteX3" fmla="*/ 4098 w 10740"/>
              <a:gd name="connsiteY3" fmla="*/ 10046 h 10046"/>
              <a:gd name="connsiteX4" fmla="*/ 0 w 10740"/>
              <a:gd name="connsiteY4" fmla="*/ 10023 h 10046"/>
              <a:gd name="connsiteX0" fmla="*/ 0 w 10757"/>
              <a:gd name="connsiteY0" fmla="*/ 10007 h 10030"/>
              <a:gd name="connsiteX1" fmla="*/ 6262 w 10757"/>
              <a:gd name="connsiteY1" fmla="*/ 14 h 10030"/>
              <a:gd name="connsiteX2" fmla="*/ 10757 w 10757"/>
              <a:gd name="connsiteY2" fmla="*/ 0 h 10030"/>
              <a:gd name="connsiteX3" fmla="*/ 4098 w 10757"/>
              <a:gd name="connsiteY3" fmla="*/ 10030 h 10030"/>
              <a:gd name="connsiteX4" fmla="*/ 0 w 10757"/>
              <a:gd name="connsiteY4" fmla="*/ 10007 h 10030"/>
              <a:gd name="connsiteX0" fmla="*/ 0 w 10757"/>
              <a:gd name="connsiteY0" fmla="*/ 10007 h 10030"/>
              <a:gd name="connsiteX1" fmla="*/ 6279 w 10757"/>
              <a:gd name="connsiteY1" fmla="*/ 9 h 10030"/>
              <a:gd name="connsiteX2" fmla="*/ 10757 w 10757"/>
              <a:gd name="connsiteY2" fmla="*/ 0 h 10030"/>
              <a:gd name="connsiteX3" fmla="*/ 4098 w 10757"/>
              <a:gd name="connsiteY3" fmla="*/ 10030 h 10030"/>
              <a:gd name="connsiteX4" fmla="*/ 0 w 10757"/>
              <a:gd name="connsiteY4" fmla="*/ 10007 h 10030"/>
              <a:gd name="connsiteX0" fmla="*/ 0 w 10748"/>
              <a:gd name="connsiteY0" fmla="*/ 9998 h 10021"/>
              <a:gd name="connsiteX1" fmla="*/ 6279 w 10748"/>
              <a:gd name="connsiteY1" fmla="*/ 0 h 10021"/>
              <a:gd name="connsiteX2" fmla="*/ 10748 w 10748"/>
              <a:gd name="connsiteY2" fmla="*/ 7 h 10021"/>
              <a:gd name="connsiteX3" fmla="*/ 4098 w 10748"/>
              <a:gd name="connsiteY3" fmla="*/ 10021 h 10021"/>
              <a:gd name="connsiteX4" fmla="*/ 0 w 10748"/>
              <a:gd name="connsiteY4" fmla="*/ 9998 h 10021"/>
              <a:gd name="connsiteX0" fmla="*/ 0 w 10774"/>
              <a:gd name="connsiteY0" fmla="*/ 9998 h 10021"/>
              <a:gd name="connsiteX1" fmla="*/ 6279 w 10774"/>
              <a:gd name="connsiteY1" fmla="*/ 0 h 10021"/>
              <a:gd name="connsiteX2" fmla="*/ 10774 w 10774"/>
              <a:gd name="connsiteY2" fmla="*/ 2 h 10021"/>
              <a:gd name="connsiteX3" fmla="*/ 4098 w 10774"/>
              <a:gd name="connsiteY3" fmla="*/ 10021 h 10021"/>
              <a:gd name="connsiteX4" fmla="*/ 0 w 10774"/>
              <a:gd name="connsiteY4" fmla="*/ 9998 h 10021"/>
              <a:gd name="connsiteX0" fmla="*/ 0 w 10774"/>
              <a:gd name="connsiteY0" fmla="*/ 9996 h 10019"/>
              <a:gd name="connsiteX1" fmla="*/ 6270 w 10774"/>
              <a:gd name="connsiteY1" fmla="*/ 9 h 10019"/>
              <a:gd name="connsiteX2" fmla="*/ 10774 w 10774"/>
              <a:gd name="connsiteY2" fmla="*/ 0 h 10019"/>
              <a:gd name="connsiteX3" fmla="*/ 4098 w 10774"/>
              <a:gd name="connsiteY3" fmla="*/ 10019 h 10019"/>
              <a:gd name="connsiteX4" fmla="*/ 0 w 10774"/>
              <a:gd name="connsiteY4" fmla="*/ 9996 h 10019"/>
              <a:gd name="connsiteX0" fmla="*/ 0 w 10774"/>
              <a:gd name="connsiteY0" fmla="*/ 9998 h 10021"/>
              <a:gd name="connsiteX1" fmla="*/ 6305 w 10774"/>
              <a:gd name="connsiteY1" fmla="*/ 0 h 10021"/>
              <a:gd name="connsiteX2" fmla="*/ 10774 w 10774"/>
              <a:gd name="connsiteY2" fmla="*/ 2 h 10021"/>
              <a:gd name="connsiteX3" fmla="*/ 4098 w 10774"/>
              <a:gd name="connsiteY3" fmla="*/ 10021 h 10021"/>
              <a:gd name="connsiteX4" fmla="*/ 0 w 10774"/>
              <a:gd name="connsiteY4" fmla="*/ 9998 h 10021"/>
              <a:gd name="connsiteX0" fmla="*/ 0 w 10809"/>
              <a:gd name="connsiteY0" fmla="*/ 9998 h 10021"/>
              <a:gd name="connsiteX1" fmla="*/ 6305 w 10809"/>
              <a:gd name="connsiteY1" fmla="*/ 0 h 10021"/>
              <a:gd name="connsiteX2" fmla="*/ 10809 w 10809"/>
              <a:gd name="connsiteY2" fmla="*/ 2 h 10021"/>
              <a:gd name="connsiteX3" fmla="*/ 4098 w 10809"/>
              <a:gd name="connsiteY3" fmla="*/ 10021 h 10021"/>
              <a:gd name="connsiteX4" fmla="*/ 0 w 10809"/>
              <a:gd name="connsiteY4" fmla="*/ 9998 h 10021"/>
              <a:gd name="connsiteX0" fmla="*/ 0 w 10809"/>
              <a:gd name="connsiteY0" fmla="*/ 9998 h 10021"/>
              <a:gd name="connsiteX1" fmla="*/ 6263 w 10809"/>
              <a:gd name="connsiteY1" fmla="*/ 105 h 10021"/>
              <a:gd name="connsiteX2" fmla="*/ 6305 w 10809"/>
              <a:gd name="connsiteY2" fmla="*/ 0 h 10021"/>
              <a:gd name="connsiteX3" fmla="*/ 10809 w 10809"/>
              <a:gd name="connsiteY3" fmla="*/ 2 h 10021"/>
              <a:gd name="connsiteX4" fmla="*/ 4098 w 10809"/>
              <a:gd name="connsiteY4" fmla="*/ 10021 h 10021"/>
              <a:gd name="connsiteX5" fmla="*/ 0 w 10809"/>
              <a:gd name="connsiteY5" fmla="*/ 9998 h 10021"/>
              <a:gd name="connsiteX0" fmla="*/ 0 w 10809"/>
              <a:gd name="connsiteY0" fmla="*/ 10011 h 10034"/>
              <a:gd name="connsiteX1" fmla="*/ 6263 w 10809"/>
              <a:gd name="connsiteY1" fmla="*/ 118 h 10034"/>
              <a:gd name="connsiteX2" fmla="*/ 6305 w 10809"/>
              <a:gd name="connsiteY2" fmla="*/ 13 h 10034"/>
              <a:gd name="connsiteX3" fmla="*/ 6707 w 10809"/>
              <a:gd name="connsiteY3" fmla="*/ 0 h 10034"/>
              <a:gd name="connsiteX4" fmla="*/ 10809 w 10809"/>
              <a:gd name="connsiteY4" fmla="*/ 15 h 10034"/>
              <a:gd name="connsiteX5" fmla="*/ 4098 w 10809"/>
              <a:gd name="connsiteY5" fmla="*/ 10034 h 10034"/>
              <a:gd name="connsiteX6" fmla="*/ 0 w 10809"/>
              <a:gd name="connsiteY6" fmla="*/ 10011 h 10034"/>
              <a:gd name="connsiteX0" fmla="*/ 0 w 10809"/>
              <a:gd name="connsiteY0" fmla="*/ 10011 h 10034"/>
              <a:gd name="connsiteX1" fmla="*/ 6263 w 10809"/>
              <a:gd name="connsiteY1" fmla="*/ 118 h 10034"/>
              <a:gd name="connsiteX2" fmla="*/ 6548 w 10809"/>
              <a:gd name="connsiteY2" fmla="*/ 0 h 10034"/>
              <a:gd name="connsiteX3" fmla="*/ 6707 w 10809"/>
              <a:gd name="connsiteY3" fmla="*/ 0 h 10034"/>
              <a:gd name="connsiteX4" fmla="*/ 10809 w 10809"/>
              <a:gd name="connsiteY4" fmla="*/ 15 h 10034"/>
              <a:gd name="connsiteX5" fmla="*/ 4098 w 10809"/>
              <a:gd name="connsiteY5" fmla="*/ 10034 h 10034"/>
              <a:gd name="connsiteX6" fmla="*/ 0 w 10809"/>
              <a:gd name="connsiteY6" fmla="*/ 10011 h 10034"/>
              <a:gd name="connsiteX0" fmla="*/ 0 w 10809"/>
              <a:gd name="connsiteY0" fmla="*/ 10011 h 10034"/>
              <a:gd name="connsiteX1" fmla="*/ 6411 w 10809"/>
              <a:gd name="connsiteY1" fmla="*/ 183 h 10034"/>
              <a:gd name="connsiteX2" fmla="*/ 6548 w 10809"/>
              <a:gd name="connsiteY2" fmla="*/ 0 h 10034"/>
              <a:gd name="connsiteX3" fmla="*/ 6707 w 10809"/>
              <a:gd name="connsiteY3" fmla="*/ 0 h 10034"/>
              <a:gd name="connsiteX4" fmla="*/ 10809 w 10809"/>
              <a:gd name="connsiteY4" fmla="*/ 15 h 10034"/>
              <a:gd name="connsiteX5" fmla="*/ 4098 w 10809"/>
              <a:gd name="connsiteY5" fmla="*/ 10034 h 10034"/>
              <a:gd name="connsiteX6" fmla="*/ 0 w 10809"/>
              <a:gd name="connsiteY6" fmla="*/ 10011 h 10034"/>
              <a:gd name="connsiteX0" fmla="*/ 0 w 10756"/>
              <a:gd name="connsiteY0" fmla="*/ 10011 h 10034"/>
              <a:gd name="connsiteX1" fmla="*/ 6411 w 10756"/>
              <a:gd name="connsiteY1" fmla="*/ 183 h 10034"/>
              <a:gd name="connsiteX2" fmla="*/ 6548 w 10756"/>
              <a:gd name="connsiteY2" fmla="*/ 0 h 10034"/>
              <a:gd name="connsiteX3" fmla="*/ 6707 w 10756"/>
              <a:gd name="connsiteY3" fmla="*/ 0 h 10034"/>
              <a:gd name="connsiteX4" fmla="*/ 10756 w 10756"/>
              <a:gd name="connsiteY4" fmla="*/ 2 h 10034"/>
              <a:gd name="connsiteX5" fmla="*/ 4098 w 10756"/>
              <a:gd name="connsiteY5" fmla="*/ 10034 h 10034"/>
              <a:gd name="connsiteX6" fmla="*/ 0 w 10756"/>
              <a:gd name="connsiteY6" fmla="*/ 10011 h 10034"/>
              <a:gd name="connsiteX0" fmla="*/ 0 w 10724"/>
              <a:gd name="connsiteY0" fmla="*/ 10022 h 10045"/>
              <a:gd name="connsiteX1" fmla="*/ 6411 w 10724"/>
              <a:gd name="connsiteY1" fmla="*/ 194 h 10045"/>
              <a:gd name="connsiteX2" fmla="*/ 6548 w 10724"/>
              <a:gd name="connsiteY2" fmla="*/ 11 h 10045"/>
              <a:gd name="connsiteX3" fmla="*/ 6707 w 10724"/>
              <a:gd name="connsiteY3" fmla="*/ 11 h 10045"/>
              <a:gd name="connsiteX4" fmla="*/ 10724 w 10724"/>
              <a:gd name="connsiteY4" fmla="*/ 0 h 10045"/>
              <a:gd name="connsiteX5" fmla="*/ 4098 w 10724"/>
              <a:gd name="connsiteY5" fmla="*/ 10045 h 10045"/>
              <a:gd name="connsiteX6" fmla="*/ 0 w 10724"/>
              <a:gd name="connsiteY6" fmla="*/ 10022 h 10045"/>
              <a:gd name="connsiteX0" fmla="*/ 0 w 9652"/>
              <a:gd name="connsiteY0" fmla="*/ 10011 h 10034"/>
              <a:gd name="connsiteX1" fmla="*/ 6411 w 9652"/>
              <a:gd name="connsiteY1" fmla="*/ 183 h 10034"/>
              <a:gd name="connsiteX2" fmla="*/ 6548 w 9652"/>
              <a:gd name="connsiteY2" fmla="*/ 0 h 10034"/>
              <a:gd name="connsiteX3" fmla="*/ 6707 w 9652"/>
              <a:gd name="connsiteY3" fmla="*/ 0 h 10034"/>
              <a:gd name="connsiteX4" fmla="*/ 9652 w 9652"/>
              <a:gd name="connsiteY4" fmla="*/ 13 h 10034"/>
              <a:gd name="connsiteX5" fmla="*/ 4098 w 9652"/>
              <a:gd name="connsiteY5" fmla="*/ 10034 h 10034"/>
              <a:gd name="connsiteX6" fmla="*/ 0 w 9652"/>
              <a:gd name="connsiteY6" fmla="*/ 10011 h 10034"/>
              <a:gd name="connsiteX0" fmla="*/ 0 w 10000"/>
              <a:gd name="connsiteY0" fmla="*/ 9977 h 10000"/>
              <a:gd name="connsiteX1" fmla="*/ 6642 w 10000"/>
              <a:gd name="connsiteY1" fmla="*/ 182 h 10000"/>
              <a:gd name="connsiteX2" fmla="*/ 6784 w 10000"/>
              <a:gd name="connsiteY2" fmla="*/ 0 h 10000"/>
              <a:gd name="connsiteX3" fmla="*/ 6790 w 10000"/>
              <a:gd name="connsiteY3" fmla="*/ 0 h 10000"/>
              <a:gd name="connsiteX4" fmla="*/ 10000 w 10000"/>
              <a:gd name="connsiteY4" fmla="*/ 13 h 10000"/>
              <a:gd name="connsiteX5" fmla="*/ 4246 w 10000"/>
              <a:gd name="connsiteY5" fmla="*/ 10000 h 10000"/>
              <a:gd name="connsiteX6" fmla="*/ 0 w 10000"/>
              <a:gd name="connsiteY6" fmla="*/ 9977 h 10000"/>
              <a:gd name="connsiteX0" fmla="*/ 0 w 10000"/>
              <a:gd name="connsiteY0" fmla="*/ 9980 h 10003"/>
              <a:gd name="connsiteX1" fmla="*/ 6642 w 10000"/>
              <a:gd name="connsiteY1" fmla="*/ 185 h 10003"/>
              <a:gd name="connsiteX2" fmla="*/ 6784 w 10000"/>
              <a:gd name="connsiteY2" fmla="*/ 3 h 10003"/>
              <a:gd name="connsiteX3" fmla="*/ 6790 w 10000"/>
              <a:gd name="connsiteY3" fmla="*/ 3 h 10003"/>
              <a:gd name="connsiteX4" fmla="*/ 10000 w 10000"/>
              <a:gd name="connsiteY4" fmla="*/ 0 h 10003"/>
              <a:gd name="connsiteX5" fmla="*/ 4246 w 10000"/>
              <a:gd name="connsiteY5" fmla="*/ 10003 h 10003"/>
              <a:gd name="connsiteX6" fmla="*/ 0 w 10000"/>
              <a:gd name="connsiteY6" fmla="*/ 9980 h 10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3">
                <a:moveTo>
                  <a:pt x="0" y="9980"/>
                </a:moveTo>
                <a:lnTo>
                  <a:pt x="6642" y="185"/>
                </a:lnTo>
                <a:cubicBezTo>
                  <a:pt x="6689" y="124"/>
                  <a:pt x="6737" y="64"/>
                  <a:pt x="6784" y="3"/>
                </a:cubicBezTo>
                <a:lnTo>
                  <a:pt x="6790" y="3"/>
                </a:lnTo>
                <a:lnTo>
                  <a:pt x="10000" y="0"/>
                </a:lnTo>
                <a:lnTo>
                  <a:pt x="4246" y="10003"/>
                </a:lnTo>
                <a:lnTo>
                  <a:pt x="0" y="998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Flowchart: Manual Input 1"/>
          <p:cNvSpPr/>
          <p:nvPr/>
        </p:nvSpPr>
        <p:spPr>
          <a:xfrm rot="5400000" flipH="1">
            <a:off x="206950" y="-503427"/>
            <a:ext cx="5163560" cy="617136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59"/>
              <a:gd name="connsiteY0" fmla="*/ 2943 h 10000"/>
              <a:gd name="connsiteX1" fmla="*/ 10059 w 10059"/>
              <a:gd name="connsiteY1" fmla="*/ 0 h 10000"/>
              <a:gd name="connsiteX2" fmla="*/ 10059 w 10059"/>
              <a:gd name="connsiteY2" fmla="*/ 10000 h 10000"/>
              <a:gd name="connsiteX3" fmla="*/ 59 w 10059"/>
              <a:gd name="connsiteY3" fmla="*/ 10000 h 10000"/>
              <a:gd name="connsiteX4" fmla="*/ 0 w 10059"/>
              <a:gd name="connsiteY4" fmla="*/ 2943 h 10000"/>
              <a:gd name="connsiteX0" fmla="*/ 0 w 10039"/>
              <a:gd name="connsiteY0" fmla="*/ 2860 h 10000"/>
              <a:gd name="connsiteX1" fmla="*/ 10039 w 10039"/>
              <a:gd name="connsiteY1" fmla="*/ 0 h 10000"/>
              <a:gd name="connsiteX2" fmla="*/ 10039 w 10039"/>
              <a:gd name="connsiteY2" fmla="*/ 10000 h 10000"/>
              <a:gd name="connsiteX3" fmla="*/ 39 w 10039"/>
              <a:gd name="connsiteY3" fmla="*/ 10000 h 10000"/>
              <a:gd name="connsiteX4" fmla="*/ 0 w 10039"/>
              <a:gd name="connsiteY4" fmla="*/ 286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9" h="10000">
                <a:moveTo>
                  <a:pt x="0" y="2860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19" y="7648"/>
                  <a:pt x="20" y="5212"/>
                  <a:pt x="0" y="286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6" name="Flowchart: Data 10"/>
          <p:cNvSpPr/>
          <p:nvPr/>
        </p:nvSpPr>
        <p:spPr>
          <a:xfrm>
            <a:off x="6732240" y="4434687"/>
            <a:ext cx="627026" cy="708815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7055"/>
              <a:gd name="connsiteY0" fmla="*/ 10000 h 10000"/>
              <a:gd name="connsiteX1" fmla="*/ 2000 w 17055"/>
              <a:gd name="connsiteY1" fmla="*/ 0 h 10000"/>
              <a:gd name="connsiteX2" fmla="*/ 17055 w 17055"/>
              <a:gd name="connsiteY2" fmla="*/ 43 h 10000"/>
              <a:gd name="connsiteX3" fmla="*/ 8000 w 17055"/>
              <a:gd name="connsiteY3" fmla="*/ 10000 h 10000"/>
              <a:gd name="connsiteX4" fmla="*/ 0 w 17055"/>
              <a:gd name="connsiteY4" fmla="*/ 10000 h 10000"/>
              <a:gd name="connsiteX0" fmla="*/ 0 w 17055"/>
              <a:gd name="connsiteY0" fmla="*/ 9978 h 9978"/>
              <a:gd name="connsiteX1" fmla="*/ 9104 w 17055"/>
              <a:gd name="connsiteY1" fmla="*/ 0 h 9978"/>
              <a:gd name="connsiteX2" fmla="*/ 17055 w 17055"/>
              <a:gd name="connsiteY2" fmla="*/ 21 h 9978"/>
              <a:gd name="connsiteX3" fmla="*/ 8000 w 17055"/>
              <a:gd name="connsiteY3" fmla="*/ 9978 h 9978"/>
              <a:gd name="connsiteX4" fmla="*/ 0 w 17055"/>
              <a:gd name="connsiteY4" fmla="*/ 9978 h 9978"/>
              <a:gd name="connsiteX0" fmla="*/ 0 w 9971"/>
              <a:gd name="connsiteY0" fmla="*/ 10001 h 10001"/>
              <a:gd name="connsiteX1" fmla="*/ 5338 w 9971"/>
              <a:gd name="connsiteY1" fmla="*/ 1 h 10001"/>
              <a:gd name="connsiteX2" fmla="*/ 9971 w 9971"/>
              <a:gd name="connsiteY2" fmla="*/ 0 h 10001"/>
              <a:gd name="connsiteX3" fmla="*/ 4691 w 9971"/>
              <a:gd name="connsiteY3" fmla="*/ 10001 h 10001"/>
              <a:gd name="connsiteX4" fmla="*/ 0 w 9971"/>
              <a:gd name="connsiteY4" fmla="*/ 10001 h 10001"/>
              <a:gd name="connsiteX0" fmla="*/ 0 w 10000"/>
              <a:gd name="connsiteY0" fmla="*/ 10000 h 10000"/>
              <a:gd name="connsiteX1" fmla="*/ 2842 w 10000"/>
              <a:gd name="connsiteY1" fmla="*/ 3525 h 10000"/>
              <a:gd name="connsiteX2" fmla="*/ 10000 w 10000"/>
              <a:gd name="connsiteY2" fmla="*/ 0 h 10000"/>
              <a:gd name="connsiteX3" fmla="*/ 4705 w 10000"/>
              <a:gd name="connsiteY3" fmla="*/ 10000 h 10000"/>
              <a:gd name="connsiteX4" fmla="*/ 0 w 10000"/>
              <a:gd name="connsiteY4" fmla="*/ 10000 h 10000"/>
              <a:gd name="connsiteX0" fmla="*/ 0 w 7780"/>
              <a:gd name="connsiteY0" fmla="*/ 6475 h 6475"/>
              <a:gd name="connsiteX1" fmla="*/ 2842 w 7780"/>
              <a:gd name="connsiteY1" fmla="*/ 0 h 6475"/>
              <a:gd name="connsiteX2" fmla="*/ 7780 w 7780"/>
              <a:gd name="connsiteY2" fmla="*/ 65 h 6475"/>
              <a:gd name="connsiteX3" fmla="*/ 4705 w 7780"/>
              <a:gd name="connsiteY3" fmla="*/ 6475 h 6475"/>
              <a:gd name="connsiteX4" fmla="*/ 0 w 7780"/>
              <a:gd name="connsiteY4" fmla="*/ 6475 h 6475"/>
              <a:gd name="connsiteX0" fmla="*/ 0 w 10038"/>
              <a:gd name="connsiteY0" fmla="*/ 10000 h 10000"/>
              <a:gd name="connsiteX1" fmla="*/ 3653 w 10038"/>
              <a:gd name="connsiteY1" fmla="*/ 0 h 10000"/>
              <a:gd name="connsiteX2" fmla="*/ 10038 w 10038"/>
              <a:gd name="connsiteY2" fmla="*/ 100 h 10000"/>
              <a:gd name="connsiteX3" fmla="*/ 6048 w 10038"/>
              <a:gd name="connsiteY3" fmla="*/ 10000 h 10000"/>
              <a:gd name="connsiteX4" fmla="*/ 0 w 10038"/>
              <a:gd name="connsiteY4" fmla="*/ 10000 h 10000"/>
              <a:gd name="connsiteX0" fmla="*/ 0 w 10076"/>
              <a:gd name="connsiteY0" fmla="*/ 10000 h 10000"/>
              <a:gd name="connsiteX1" fmla="*/ 3653 w 10076"/>
              <a:gd name="connsiteY1" fmla="*/ 0 h 10000"/>
              <a:gd name="connsiteX2" fmla="*/ 10076 w 10076"/>
              <a:gd name="connsiteY2" fmla="*/ 100 h 10000"/>
              <a:gd name="connsiteX3" fmla="*/ 6048 w 10076"/>
              <a:gd name="connsiteY3" fmla="*/ 10000 h 10000"/>
              <a:gd name="connsiteX4" fmla="*/ 0 w 10076"/>
              <a:gd name="connsiteY4" fmla="*/ 10000 h 10000"/>
              <a:gd name="connsiteX0" fmla="*/ 0 w 10301"/>
              <a:gd name="connsiteY0" fmla="*/ 10001 h 10001"/>
              <a:gd name="connsiteX1" fmla="*/ 3653 w 10301"/>
              <a:gd name="connsiteY1" fmla="*/ 1 h 10001"/>
              <a:gd name="connsiteX2" fmla="*/ 10301 w 10301"/>
              <a:gd name="connsiteY2" fmla="*/ 0 h 10001"/>
              <a:gd name="connsiteX3" fmla="*/ 6048 w 10301"/>
              <a:gd name="connsiteY3" fmla="*/ 10001 h 10001"/>
              <a:gd name="connsiteX4" fmla="*/ 0 w 10301"/>
              <a:gd name="connsiteY4" fmla="*/ 10001 h 10001"/>
              <a:gd name="connsiteX0" fmla="*/ 0 w 9888"/>
              <a:gd name="connsiteY0" fmla="*/ 10001 h 10001"/>
              <a:gd name="connsiteX1" fmla="*/ 3653 w 9888"/>
              <a:gd name="connsiteY1" fmla="*/ 1 h 10001"/>
              <a:gd name="connsiteX2" fmla="*/ 9888 w 9888"/>
              <a:gd name="connsiteY2" fmla="*/ 0 h 10001"/>
              <a:gd name="connsiteX3" fmla="*/ 6048 w 9888"/>
              <a:gd name="connsiteY3" fmla="*/ 10001 h 10001"/>
              <a:gd name="connsiteX4" fmla="*/ 0 w 9888"/>
              <a:gd name="connsiteY4" fmla="*/ 10001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8" h="10001">
                <a:moveTo>
                  <a:pt x="0" y="10001"/>
                </a:moveTo>
                <a:lnTo>
                  <a:pt x="3653" y="1"/>
                </a:lnTo>
                <a:lnTo>
                  <a:pt x="9888" y="0"/>
                </a:lnTo>
                <a:lnTo>
                  <a:pt x="6048" y="10001"/>
                </a:lnTo>
                <a:lnTo>
                  <a:pt x="0" y="10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TextBox 26"/>
          <p:cNvSpPr txBox="1"/>
          <p:nvPr/>
        </p:nvSpPr>
        <p:spPr>
          <a:xfrm>
            <a:off x="179512" y="125221"/>
            <a:ext cx="736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bas" pitchFamily="2" charset="0"/>
                <a:ea typeface="Open Sans Semibold" pitchFamily="34" charset="0"/>
                <a:cs typeface="Open Sans Semibold" pitchFamily="34" charset="0"/>
              </a:rPr>
              <a:t>visi</a:t>
            </a:r>
            <a:r>
              <a:rPr lang="id-ID" sz="3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bas" pitchFamily="2" charset="0"/>
                <a:ea typeface="Open Sans Semibold" pitchFamily="34" charset="0"/>
                <a:cs typeface="Open Sans Semibold" pitchFamily="34" charset="0"/>
              </a:rPr>
              <a:t> </a:t>
            </a:r>
            <a:endParaRPr lang="id-ID" sz="3600" b="1" dirty="0">
              <a:solidFill>
                <a:schemeClr val="accent1">
                  <a:lumMod val="20000"/>
                  <a:lumOff val="80000"/>
                </a:schemeClr>
              </a:solidFill>
              <a:latin typeface="Bebas" pitchFamily="2" charset="0"/>
              <a:ea typeface="Open Sans Semibold" pitchFamily="34" charset="0"/>
              <a:cs typeface="Open Sans Semibold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495" y="1057840"/>
            <a:ext cx="48965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 err="1" smtClean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Menjadi</a:t>
            </a:r>
            <a:r>
              <a:rPr lang="en-US" sz="2400" i="1" dirty="0" smtClean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madrasah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tahfidz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dan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bahasa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arab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yang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berkualitas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 yang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mampu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mencetak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generasi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penghafal</a:t>
            </a:r>
            <a:r>
              <a:rPr lang="en-US" sz="2400" i="1" dirty="0" smtClean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qur’an</a:t>
            </a:r>
            <a:r>
              <a:rPr lang="en-US" sz="2400" i="1" dirty="0" smtClean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yang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mutkin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dengan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kompetensi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bahasa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arab</a:t>
            </a:r>
            <a:r>
              <a:rPr lang="en-US" sz="2400" i="1" dirty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dasar</a:t>
            </a:r>
            <a:r>
              <a:rPr lang="en-US" sz="2400" i="1" dirty="0" smtClean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 yang </a:t>
            </a:r>
            <a:r>
              <a:rPr lang="en-US" sz="2400" i="1" dirty="0" err="1" smtClean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baik</a:t>
            </a:r>
            <a:r>
              <a:rPr lang="en-US" sz="2400" i="1" dirty="0" smtClean="0">
                <a:solidFill>
                  <a:schemeClr val="bg1"/>
                </a:solidFill>
                <a:latin typeface="Book Antiqua" pitchFamily="18" charset="0"/>
                <a:ea typeface="BatangChe" pitchFamily="49" charset="-127"/>
              </a:rPr>
              <a:t>.</a:t>
            </a:r>
            <a:endParaRPr lang="id-ID" sz="2400" i="1" dirty="0" smtClean="0">
              <a:solidFill>
                <a:schemeClr val="bg1"/>
              </a:solidFill>
              <a:latin typeface="Book Antiqua" pitchFamily="18" charset="0"/>
              <a:ea typeface="BatangChe" pitchFamily="49" charset="-127"/>
              <a:cs typeface="Open Sans Light" pitchFamily="34" charset="0"/>
            </a:endParaRPr>
          </a:p>
        </p:txBody>
      </p:sp>
      <p:sp>
        <p:nvSpPr>
          <p:cNvPr id="32" name="Freeform 31"/>
          <p:cNvSpPr>
            <a:spLocks noChangeAspect="1"/>
          </p:cNvSpPr>
          <p:nvPr/>
        </p:nvSpPr>
        <p:spPr bwMode="auto">
          <a:xfrm>
            <a:off x="3618898" y="450071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DA2F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32"/>
          <p:cNvSpPr>
            <a:spLocks noChangeAspect="1"/>
          </p:cNvSpPr>
          <p:nvPr/>
        </p:nvSpPr>
        <p:spPr bwMode="auto">
          <a:xfrm>
            <a:off x="3820066" y="450071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1BA6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33"/>
          <p:cNvSpPr>
            <a:spLocks noChangeAspect="1"/>
          </p:cNvSpPr>
          <p:nvPr/>
        </p:nvSpPr>
        <p:spPr bwMode="auto">
          <a:xfrm>
            <a:off x="4002946" y="450071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FB9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997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18877">
        <p14:ripple/>
      </p:transition>
    </mc:Choice>
    <mc:Fallback xmlns="">
      <p:transition spd="slow" advTm="1887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2" grpId="0" animBg="1"/>
      <p:bldP spid="33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FUNDRAISING\6 PROGRAM POKOK\WAKAF\akademi al qur'an\Dokumentasi AAQ\M@NTO\MOS Perdana (Agustus 2015)\DSC_602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54" y="-4351"/>
            <a:ext cx="8508358" cy="516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lowchart: Manual Input 1"/>
          <p:cNvSpPr/>
          <p:nvPr/>
        </p:nvSpPr>
        <p:spPr>
          <a:xfrm rot="5400000">
            <a:off x="871783" y="-912644"/>
            <a:ext cx="5168189" cy="6984775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59"/>
              <a:gd name="connsiteY0" fmla="*/ 2943 h 10000"/>
              <a:gd name="connsiteX1" fmla="*/ 10059 w 10059"/>
              <a:gd name="connsiteY1" fmla="*/ 0 h 10000"/>
              <a:gd name="connsiteX2" fmla="*/ 10059 w 10059"/>
              <a:gd name="connsiteY2" fmla="*/ 10000 h 10000"/>
              <a:gd name="connsiteX3" fmla="*/ 59 w 10059"/>
              <a:gd name="connsiteY3" fmla="*/ 10000 h 10000"/>
              <a:gd name="connsiteX4" fmla="*/ 0 w 10059"/>
              <a:gd name="connsiteY4" fmla="*/ 2943 h 10000"/>
              <a:gd name="connsiteX0" fmla="*/ 0 w 10039"/>
              <a:gd name="connsiteY0" fmla="*/ 2860 h 10000"/>
              <a:gd name="connsiteX1" fmla="*/ 10039 w 10039"/>
              <a:gd name="connsiteY1" fmla="*/ 0 h 10000"/>
              <a:gd name="connsiteX2" fmla="*/ 10039 w 10039"/>
              <a:gd name="connsiteY2" fmla="*/ 10000 h 10000"/>
              <a:gd name="connsiteX3" fmla="*/ 39 w 10039"/>
              <a:gd name="connsiteY3" fmla="*/ 10000 h 10000"/>
              <a:gd name="connsiteX4" fmla="*/ 0 w 10039"/>
              <a:gd name="connsiteY4" fmla="*/ 2860 h 10000"/>
              <a:gd name="connsiteX0" fmla="*/ 6 w 10045"/>
              <a:gd name="connsiteY0" fmla="*/ 2860 h 10000"/>
              <a:gd name="connsiteX1" fmla="*/ 10045 w 10045"/>
              <a:gd name="connsiteY1" fmla="*/ 0 h 10000"/>
              <a:gd name="connsiteX2" fmla="*/ 10045 w 10045"/>
              <a:gd name="connsiteY2" fmla="*/ 10000 h 10000"/>
              <a:gd name="connsiteX3" fmla="*/ 5 w 10045"/>
              <a:gd name="connsiteY3" fmla="*/ 9982 h 10000"/>
              <a:gd name="connsiteX4" fmla="*/ 6 w 10045"/>
              <a:gd name="connsiteY4" fmla="*/ 2860 h 10000"/>
              <a:gd name="connsiteX0" fmla="*/ 0 w 10048"/>
              <a:gd name="connsiteY0" fmla="*/ 2902 h 10000"/>
              <a:gd name="connsiteX1" fmla="*/ 10048 w 10048"/>
              <a:gd name="connsiteY1" fmla="*/ 0 h 10000"/>
              <a:gd name="connsiteX2" fmla="*/ 10048 w 10048"/>
              <a:gd name="connsiteY2" fmla="*/ 10000 h 10000"/>
              <a:gd name="connsiteX3" fmla="*/ 8 w 10048"/>
              <a:gd name="connsiteY3" fmla="*/ 9982 h 10000"/>
              <a:gd name="connsiteX4" fmla="*/ 0 w 10048"/>
              <a:gd name="connsiteY4" fmla="*/ 290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48" h="10000">
                <a:moveTo>
                  <a:pt x="0" y="2902"/>
                </a:moveTo>
                <a:lnTo>
                  <a:pt x="10048" y="0"/>
                </a:lnTo>
                <a:lnTo>
                  <a:pt x="10048" y="10000"/>
                </a:lnTo>
                <a:lnTo>
                  <a:pt x="8" y="9982"/>
                </a:lnTo>
                <a:cubicBezTo>
                  <a:pt x="-12" y="7630"/>
                  <a:pt x="20" y="5254"/>
                  <a:pt x="0" y="2902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3" name="TextBox 2"/>
          <p:cNvSpPr txBox="1"/>
          <p:nvPr/>
        </p:nvSpPr>
        <p:spPr>
          <a:xfrm>
            <a:off x="247917" y="1494532"/>
            <a:ext cx="5040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Open Sans Light"/>
              </a:rPr>
              <a:t>Menyelenggarakan</a:t>
            </a:r>
            <a:r>
              <a:rPr lang="en-US" sz="1600" b="1" dirty="0">
                <a:solidFill>
                  <a:schemeClr val="bg1"/>
                </a:solidFill>
                <a:latin typeface="Open Sans Light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Open Sans Light"/>
              </a:rPr>
              <a:t>pendidikan</a:t>
            </a:r>
            <a:r>
              <a:rPr lang="en-US" sz="1600" b="1" dirty="0">
                <a:solidFill>
                  <a:schemeClr val="bg1"/>
                </a:solidFill>
                <a:latin typeface="Open Sans Light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Open Sans Light"/>
              </a:rPr>
              <a:t>tahfidz</a:t>
            </a:r>
            <a:r>
              <a:rPr lang="en-US" sz="1600" b="1" dirty="0" smtClean="0">
                <a:solidFill>
                  <a:schemeClr val="bg1"/>
                </a:solidFill>
                <a:latin typeface="Open Sans Light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Open Sans Light"/>
              </a:rPr>
              <a:t>dan</a:t>
            </a:r>
            <a:r>
              <a:rPr lang="en-US" sz="1600" b="1" dirty="0" smtClean="0">
                <a:solidFill>
                  <a:schemeClr val="bg1"/>
                </a:solidFill>
                <a:latin typeface="Open Sans Light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Open Sans Light"/>
              </a:rPr>
              <a:t>tahsin</a:t>
            </a:r>
            <a:r>
              <a:rPr lang="en-US" sz="1600" b="1" dirty="0" smtClean="0">
                <a:solidFill>
                  <a:schemeClr val="bg1"/>
                </a:solidFill>
                <a:latin typeface="Open Sans Light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Open Sans Light"/>
              </a:rPr>
              <a:t>qur’an</a:t>
            </a:r>
            <a:r>
              <a:rPr lang="en-US" sz="1600" b="1" dirty="0" smtClean="0">
                <a:solidFill>
                  <a:schemeClr val="bg1"/>
                </a:solidFill>
                <a:latin typeface="Open Sans Light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Open Sans Light"/>
              </a:rPr>
              <a:t>yang </a:t>
            </a:r>
            <a:r>
              <a:rPr lang="en-US" sz="1600" b="1" dirty="0" err="1" smtClean="0">
                <a:solidFill>
                  <a:schemeClr val="bg1"/>
                </a:solidFill>
                <a:latin typeface="Open Sans Light"/>
              </a:rPr>
              <a:t>komprehensip</a:t>
            </a:r>
            <a:r>
              <a:rPr lang="en-US" sz="1600" b="1" dirty="0" smtClean="0">
                <a:solidFill>
                  <a:schemeClr val="bg1"/>
                </a:solidFill>
                <a:latin typeface="Open Sans Light"/>
              </a:rPr>
              <a:t>, </a:t>
            </a:r>
            <a:r>
              <a:rPr lang="en-US" sz="1600" b="1" dirty="0" err="1" smtClean="0">
                <a:solidFill>
                  <a:schemeClr val="bg1"/>
                </a:solidFill>
                <a:latin typeface="Open Sans Light"/>
              </a:rPr>
              <a:t>praktis</a:t>
            </a:r>
            <a:r>
              <a:rPr lang="en-US" sz="1600" b="1" dirty="0" smtClean="0">
                <a:solidFill>
                  <a:schemeClr val="bg1"/>
                </a:solidFill>
                <a:latin typeface="Open Sans Light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Open Sans Light"/>
              </a:rPr>
              <a:t>dan</a:t>
            </a:r>
            <a:r>
              <a:rPr lang="en-US" sz="1600" b="1" dirty="0" smtClean="0">
                <a:solidFill>
                  <a:schemeClr val="bg1"/>
                </a:solidFill>
                <a:latin typeface="Open Sans Light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Open Sans Light"/>
              </a:rPr>
              <a:t>sistematis</a:t>
            </a:r>
            <a:r>
              <a:rPr lang="en-US" sz="1600" b="1" dirty="0" smtClean="0">
                <a:solidFill>
                  <a:schemeClr val="bg1"/>
                </a:solidFill>
                <a:latin typeface="Open Sans Light"/>
              </a:rPr>
              <a:t>.</a:t>
            </a:r>
            <a:endParaRPr lang="en-US" sz="1600" b="1" dirty="0">
              <a:solidFill>
                <a:schemeClr val="bg1"/>
              </a:solidFill>
              <a:latin typeface="Open Sans Light"/>
            </a:endParaRPr>
          </a:p>
          <a:p>
            <a:pPr marL="285750" indent="-285750">
              <a:buFont typeface="Arial" pitchFamily="34" charset="0"/>
              <a:buChar char="•"/>
            </a:pPr>
            <a:endParaRPr lang="id-ID" sz="1600" b="1" dirty="0">
              <a:solidFill>
                <a:schemeClr val="bg1"/>
              </a:solidFill>
              <a:latin typeface="Open Sans Light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1551" y="2388825"/>
            <a:ext cx="53190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id-ID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Menyelenggarakan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pendidikan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bahasa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arab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dasar</a:t>
            </a:r>
            <a:endParaRPr lang="en-US" sz="1600" b="1" dirty="0" smtClean="0">
              <a:solidFill>
                <a:schemeClr val="accent1">
                  <a:lumMod val="20000"/>
                  <a:lumOff val="80000"/>
                </a:schemeClr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  <a:p>
            <a:r>
              <a:rPr lang="en-U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   yang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praktis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dan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sistematis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,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dengan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penguasaan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</a:p>
          <a:p>
            <a:r>
              <a:rPr lang="en-U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  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percakapan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sebagai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orientasi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utama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51" y="3252921"/>
            <a:ext cx="57983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id-ID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Menyelenggarakan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tarbiyah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adab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dan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akhlaq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karimah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 </a:t>
            </a:r>
          </a:p>
          <a:p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   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Sebagai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  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karakter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mendasar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seluruh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santri</a:t>
            </a:r>
            <a:endParaRPr lang="id-ID" sz="1600" b="1" dirty="0" smtClean="0">
              <a:solidFill>
                <a:schemeClr val="accent1">
                  <a:lumMod val="20000"/>
                  <a:lumOff val="80000"/>
                </a:schemeClr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1551" y="4011910"/>
            <a:ext cx="6149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id-ID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nyelenggarakan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pendidikan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umum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sebagai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kompetensi</a:t>
            </a:r>
            <a:endParaRPr lang="en-US" sz="1600" b="1" dirty="0" smtClean="0">
              <a:solidFill>
                <a:schemeClr val="accent1">
                  <a:lumMod val="20000"/>
                  <a:lumOff val="80000"/>
                </a:schemeClr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  <a:p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    </a:t>
            </a:r>
            <a:r>
              <a:rPr lang="en-US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asar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yang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harus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dimiliki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seluruh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santri</a:t>
            </a:r>
            <a:endParaRPr lang="id-ID" sz="1600" b="1" dirty="0" smtClean="0">
              <a:solidFill>
                <a:schemeClr val="accent1">
                  <a:lumMod val="20000"/>
                  <a:lumOff val="80000"/>
                </a:schemeClr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79512" y="1489168"/>
            <a:ext cx="0" cy="3242822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91684" y="123477"/>
            <a:ext cx="10765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4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bas" pitchFamily="2" charset="0"/>
                <a:ea typeface="Open Sans Semibold" pitchFamily="34" charset="0"/>
                <a:cs typeface="Open Sans Semibold" pitchFamily="34" charset="0"/>
              </a:rPr>
              <a:t>MISI</a:t>
            </a:r>
            <a:endParaRPr lang="id-ID" sz="4000" b="1" dirty="0">
              <a:solidFill>
                <a:schemeClr val="accent1">
                  <a:lumMod val="20000"/>
                  <a:lumOff val="80000"/>
                </a:schemeClr>
              </a:solidFill>
              <a:latin typeface="Bebas" pitchFamily="2" charset="0"/>
              <a:ea typeface="Open Sans Semibold" pitchFamily="34" charset="0"/>
              <a:cs typeface="Open Sans Semibold" pitchFamily="34" charset="0"/>
            </a:endParaRPr>
          </a:p>
        </p:txBody>
      </p:sp>
      <p:sp>
        <p:nvSpPr>
          <p:cNvPr id="21" name="Freeform 20"/>
          <p:cNvSpPr>
            <a:spLocks noChangeAspect="1"/>
          </p:cNvSpPr>
          <p:nvPr/>
        </p:nvSpPr>
        <p:spPr bwMode="auto">
          <a:xfrm>
            <a:off x="1979712" y="778406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DA2F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21"/>
          <p:cNvSpPr>
            <a:spLocks noChangeAspect="1"/>
          </p:cNvSpPr>
          <p:nvPr/>
        </p:nvSpPr>
        <p:spPr bwMode="auto">
          <a:xfrm>
            <a:off x="2180880" y="778406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1BA6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22"/>
          <p:cNvSpPr>
            <a:spLocks noChangeAspect="1"/>
          </p:cNvSpPr>
          <p:nvPr/>
        </p:nvSpPr>
        <p:spPr bwMode="auto">
          <a:xfrm>
            <a:off x="2363760" y="778406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FB9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694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21002">
        <p14:ripple/>
      </p:transition>
    </mc:Choice>
    <mc:Fallback xmlns="">
      <p:transition spd="slow" advTm="2100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480"/>
                            </p:stCondLst>
                            <p:childTnLst>
                              <p:par>
                                <p:cTn id="3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80"/>
                            </p:stCondLst>
                            <p:childTnLst>
                              <p:par>
                                <p:cTn id="4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3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320"/>
                            </p:stCondLst>
                            <p:childTnLst>
                              <p:par>
                                <p:cTn id="4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  <p:bldP spid="13" grpId="0"/>
      <p:bldP spid="17" grpId="0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63639"/>
            <a:ext cx="9144000" cy="144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8195" name="Picture 3" descr="I:\MOS\kuliah umum syaikh yusuf\IMG_20160731_075333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4" r="24415"/>
          <a:stretch/>
        </p:blipFill>
        <p:spPr bwMode="auto">
          <a:xfrm>
            <a:off x="2302072" y="3098606"/>
            <a:ext cx="2235600" cy="1670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:\MOS\kuliah umum syaikh yusuf\IMG_20160731_084536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95"/>
          <a:stretch/>
        </p:blipFill>
        <p:spPr bwMode="auto">
          <a:xfrm>
            <a:off x="4644008" y="3073044"/>
            <a:ext cx="2235600" cy="1689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84837" y="168950"/>
            <a:ext cx="1045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800" b="1" dirty="0" smtClean="0">
                <a:solidFill>
                  <a:srgbClr val="002060"/>
                </a:solidFill>
                <a:latin typeface="Bebas Neue Bold" pitchFamily="34" charset="0"/>
                <a:ea typeface="Open Sans Light" pitchFamily="34" charset="0"/>
                <a:cs typeface="Open Sans Light" pitchFamily="34" charset="0"/>
              </a:rPr>
              <a:t>TUJUAN</a:t>
            </a:r>
            <a:r>
              <a:rPr lang="en-US" sz="2800" b="1" dirty="0" smtClean="0">
                <a:solidFill>
                  <a:srgbClr val="002060"/>
                </a:solidFill>
                <a:latin typeface="Bebas Neue Bold" pitchFamily="34" charset="0"/>
                <a:ea typeface="Open Sans Light" pitchFamily="34" charset="0"/>
                <a:cs typeface="Open Sans Light" pitchFamily="34" charset="0"/>
              </a:rPr>
              <a:t> </a:t>
            </a:r>
            <a:endParaRPr lang="id-ID" sz="2800" b="1" dirty="0">
              <a:solidFill>
                <a:srgbClr val="002060"/>
              </a:solidFill>
              <a:latin typeface="Bebas Neue Bold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11" y="1851670"/>
            <a:ext cx="2232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Mencetak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santri-santri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yang 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hafidz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qur’an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dengan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mutkin</a:t>
            </a:r>
            <a:endParaRPr lang="id-ID" sz="1600" dirty="0" smtClean="0">
              <a:solidFill>
                <a:schemeClr val="bg1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39752" y="1851670"/>
            <a:ext cx="22322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Mencetak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santri-santri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yang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mengusai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bahasa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arab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dasar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dengan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baik</a:t>
            </a:r>
            <a:r>
              <a:rPr lang="id-ID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4008" y="1851670"/>
            <a:ext cx="2232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Mencetak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santri-santri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yang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beradab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dan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berakhlakul</a:t>
            </a:r>
            <a:r>
              <a:rPr lang="en-US" sz="16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karimah</a:t>
            </a:r>
            <a:endParaRPr lang="id-ID" sz="1600" dirty="0" smtClean="0">
              <a:solidFill>
                <a:schemeClr val="bg1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20272" y="1779662"/>
            <a:ext cx="201622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Membekali</a:t>
            </a:r>
            <a:r>
              <a:rPr lang="en-US" sz="14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santri-santri</a:t>
            </a:r>
            <a:r>
              <a:rPr lang="en-US" sz="14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dengan</a:t>
            </a:r>
            <a:r>
              <a:rPr lang="en-US" sz="14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live skill </a:t>
            </a:r>
            <a:r>
              <a:rPr lang="en-US" sz="14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dasar</a:t>
            </a:r>
            <a:r>
              <a:rPr lang="en-US" sz="14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sebagai</a:t>
            </a:r>
            <a:r>
              <a:rPr lang="en-US" sz="14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kompetensi</a:t>
            </a:r>
            <a:r>
              <a:rPr lang="en-US" sz="14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standar</a:t>
            </a:r>
            <a:r>
              <a:rPr lang="en-US" sz="14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ketika</a:t>
            </a:r>
            <a:r>
              <a:rPr lang="en-US" sz="14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kembali</a:t>
            </a:r>
            <a:r>
              <a:rPr lang="en-US" sz="14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ke</a:t>
            </a:r>
            <a:r>
              <a:rPr lang="en-US" sz="14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masyarakat</a:t>
            </a:r>
            <a:r>
              <a:rPr lang="en-US" sz="1400" dirty="0" smtClean="0">
                <a:solidFill>
                  <a:schemeClr val="bg1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 </a:t>
            </a:r>
            <a:endParaRPr lang="id-ID" sz="1400" dirty="0" smtClean="0">
              <a:solidFill>
                <a:schemeClr val="bg1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pic>
        <p:nvPicPr>
          <p:cNvPr id="8198" name="Picture 6" descr="I:\MOS\perkenalan asatidz dan pelantikan BEM\20160731_143025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4" r="3877"/>
          <a:stretch/>
        </p:blipFill>
        <p:spPr bwMode="auto">
          <a:xfrm>
            <a:off x="6960042" y="3050252"/>
            <a:ext cx="2183370" cy="1712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/>
          <p:cNvSpPr/>
          <p:nvPr/>
        </p:nvSpPr>
        <p:spPr>
          <a:xfrm>
            <a:off x="755576" y="1275607"/>
            <a:ext cx="504056" cy="504056"/>
          </a:xfrm>
          <a:prstGeom prst="ellipse">
            <a:avLst/>
          </a:prstGeom>
          <a:solidFill>
            <a:srgbClr val="FFC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1</a:t>
            </a:r>
            <a:endParaRPr lang="id-ID" b="1" dirty="0"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131840" y="1275607"/>
            <a:ext cx="504056" cy="504056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bg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2</a:t>
            </a:r>
            <a:endParaRPr lang="id-ID" b="1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436096" y="1275607"/>
            <a:ext cx="504056" cy="50405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3</a:t>
            </a:r>
            <a:endParaRPr lang="id-ID" b="1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596336" y="1275607"/>
            <a:ext cx="504056" cy="504056"/>
          </a:xfrm>
          <a:prstGeom prst="ellipse">
            <a:avLst/>
          </a:prstGeom>
          <a:solidFill>
            <a:srgbClr val="7030A0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4</a:t>
            </a:r>
            <a:endParaRPr lang="id-ID" b="1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19" name="Freeform 18"/>
          <p:cNvSpPr>
            <a:spLocks noChangeAspect="1"/>
          </p:cNvSpPr>
          <p:nvPr/>
        </p:nvSpPr>
        <p:spPr bwMode="auto">
          <a:xfrm>
            <a:off x="1746690" y="43056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DA2F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9"/>
          <p:cNvSpPr>
            <a:spLocks noChangeAspect="1"/>
          </p:cNvSpPr>
          <p:nvPr/>
        </p:nvSpPr>
        <p:spPr bwMode="auto">
          <a:xfrm>
            <a:off x="1947858" y="43056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1BA6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20"/>
          <p:cNvSpPr>
            <a:spLocks noChangeAspect="1"/>
          </p:cNvSpPr>
          <p:nvPr/>
        </p:nvSpPr>
        <p:spPr bwMode="auto">
          <a:xfrm>
            <a:off x="2130738" y="43056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FB9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1085" y="3083217"/>
            <a:ext cx="2512723" cy="16688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157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17600">
        <p14:ripple/>
      </p:transition>
    </mc:Choice>
    <mc:Fallback xmlns="">
      <p:transition spd="slow" advTm="176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0"/>
                            </p:stCondLst>
                            <p:childTnLst>
                              <p:par>
                                <p:cTn id="4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5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6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36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860"/>
                            </p:stCondLst>
                            <p:childTnLst>
                              <p:par>
                                <p:cTn id="5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5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6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02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520"/>
                            </p:stCondLst>
                            <p:childTnLst>
                              <p:par>
                                <p:cTn id="6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5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6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11" grpId="0"/>
      <p:bldP spid="12" grpId="0"/>
      <p:bldP spid="13" grpId="0"/>
      <p:bldP spid="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355976" y="771550"/>
            <a:ext cx="0" cy="43200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4139952" y="969622"/>
            <a:ext cx="1404152" cy="450000"/>
            <a:chOff x="4139952" y="1185646"/>
            <a:chExt cx="1404152" cy="450000"/>
          </a:xfrm>
        </p:grpSpPr>
        <p:sp>
          <p:nvSpPr>
            <p:cNvPr id="6" name="Oval 5"/>
            <p:cNvSpPr/>
            <p:nvPr/>
          </p:nvSpPr>
          <p:spPr>
            <a:xfrm>
              <a:off x="4139952" y="1185646"/>
              <a:ext cx="450000" cy="45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b="1" dirty="0" smtClean="0">
                  <a:latin typeface="Open Sans Light" pitchFamily="34" charset="0"/>
                  <a:ea typeface="Open Sans Light" pitchFamily="34" charset="0"/>
                  <a:cs typeface="Open Sans Light" pitchFamily="34" charset="0"/>
                </a:rPr>
                <a:t>1</a:t>
              </a:r>
              <a:endParaRPr lang="id-ID" b="1" dirty="0">
                <a:latin typeface="Open Sans Light" pitchFamily="34" charset="0"/>
                <a:ea typeface="Open Sans Light" pitchFamily="34" charset="0"/>
                <a:cs typeface="Open Sans Light" pitchFamily="34" charset="0"/>
              </a:endParaRP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4589952" y="1383622"/>
              <a:ext cx="954152" cy="36000"/>
              <a:chOff x="4589952" y="1383622"/>
              <a:chExt cx="954152" cy="36000"/>
            </a:xfrm>
          </p:grpSpPr>
          <p:cxnSp>
            <p:nvCxnSpPr>
              <p:cNvPr id="8" name="Straight Connector 7"/>
              <p:cNvCxnSpPr>
                <a:stCxn id="6" idx="6"/>
              </p:cNvCxnSpPr>
              <p:nvPr/>
            </p:nvCxnSpPr>
            <p:spPr>
              <a:xfrm>
                <a:off x="4589952" y="1410646"/>
                <a:ext cx="927128" cy="0"/>
              </a:xfrm>
              <a:prstGeom prst="line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/>
              <p:cNvSpPr/>
              <p:nvPr/>
            </p:nvSpPr>
            <p:spPr>
              <a:xfrm>
                <a:off x="5508104" y="1383622"/>
                <a:ext cx="36000" cy="36000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</p:grp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634108" y="3656754"/>
            <a:ext cx="810100" cy="81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14" y="2925741"/>
            <a:ext cx="826997" cy="826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836" y="759805"/>
            <a:ext cx="772046" cy="772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444212" y="915566"/>
            <a:ext cx="12698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Hafal </a:t>
            </a:r>
          </a:p>
          <a:p>
            <a:r>
              <a:rPr lang="id-ID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Al Qur’an 30 juz</a:t>
            </a:r>
            <a:endParaRPr lang="id-ID" sz="1200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521760" y="1689702"/>
            <a:ext cx="2068192" cy="450000"/>
            <a:chOff x="2521760" y="1912328"/>
            <a:chExt cx="2068192" cy="450000"/>
          </a:xfrm>
        </p:grpSpPr>
        <p:cxnSp>
          <p:nvCxnSpPr>
            <p:cNvPr id="30" name="Straight Connector 29"/>
            <p:cNvCxnSpPr/>
            <p:nvPr/>
          </p:nvCxnSpPr>
          <p:spPr>
            <a:xfrm rot="10800000">
              <a:off x="2563160" y="2173328"/>
              <a:ext cx="16488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 flipH="1">
              <a:off x="2521760" y="2155329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0" name="Oval 19"/>
            <p:cNvSpPr/>
            <p:nvPr/>
          </p:nvSpPr>
          <p:spPr>
            <a:xfrm>
              <a:off x="4139952" y="1912328"/>
              <a:ext cx="450000" cy="45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b="1" dirty="0" smtClean="0">
                  <a:latin typeface="Open Sans Light" pitchFamily="34" charset="0"/>
                  <a:ea typeface="Open Sans Light" pitchFamily="34" charset="0"/>
                  <a:cs typeface="Open Sans Light" pitchFamily="34" charset="0"/>
                </a:rPr>
                <a:t>2</a:t>
              </a:r>
              <a:endParaRPr lang="id-ID" b="1" dirty="0">
                <a:latin typeface="Open Sans Light" pitchFamily="34" charset="0"/>
                <a:ea typeface="Open Sans Light" pitchFamily="34" charset="0"/>
                <a:cs typeface="Open Sans Light" pitchFamily="34" charset="0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23528" y="1563638"/>
            <a:ext cx="12490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Mengusai </a:t>
            </a:r>
            <a:endParaRPr lang="id-ID" sz="1200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  <a:p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Percakapan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</a:p>
          <a:p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bahasa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arab</a:t>
            </a:r>
            <a:endParaRPr lang="id-ID" sz="1200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4139952" y="2418758"/>
            <a:ext cx="450000" cy="450000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3</a:t>
            </a:r>
            <a:endParaRPr lang="id-ID" b="1" dirty="0"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cxnSp>
        <p:nvCxnSpPr>
          <p:cNvPr id="41" name="Straight Connector 40"/>
          <p:cNvCxnSpPr>
            <a:stCxn id="39" idx="6"/>
          </p:cNvCxnSpPr>
          <p:nvPr/>
        </p:nvCxnSpPr>
        <p:spPr>
          <a:xfrm>
            <a:off x="4589952" y="2643758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012160" y="2616734"/>
            <a:ext cx="36000" cy="36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0070C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889500" y="2305784"/>
            <a:ext cx="16817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Menguasai </a:t>
            </a:r>
          </a:p>
          <a:p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Ilmu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Tahsin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id-ID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Al Qur’an </a:t>
            </a:r>
            <a:endParaRPr lang="id-ID" sz="1200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rot="10800000">
            <a:off x="2887152" y="3408862"/>
            <a:ext cx="1288800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 flipH="1">
            <a:off x="2879816" y="3381838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8" name="Oval 47"/>
          <p:cNvSpPr/>
          <p:nvPr/>
        </p:nvSpPr>
        <p:spPr>
          <a:xfrm>
            <a:off x="4103944" y="3147862"/>
            <a:ext cx="450000" cy="4500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4</a:t>
            </a:r>
            <a:endParaRPr lang="id-ID" b="1" dirty="0"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95538" y="2953856"/>
            <a:ext cx="16333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Hafal</a:t>
            </a:r>
            <a:endParaRPr lang="id-ID" sz="1200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  <a:p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Hadits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Arba’in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, </a:t>
            </a:r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sanad</a:t>
            </a:r>
            <a:endParaRPr lang="en-US" sz="1200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  <a:p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Dan </a:t>
            </a:r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matannya</a:t>
            </a:r>
            <a:endParaRPr lang="id-ID" sz="1200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4103952" y="3845828"/>
            <a:ext cx="1404152" cy="450000"/>
            <a:chOff x="4139952" y="1185646"/>
            <a:chExt cx="1404152" cy="450000"/>
          </a:xfrm>
        </p:grpSpPr>
        <p:sp>
          <p:nvSpPr>
            <p:cNvPr id="56" name="Oval 55"/>
            <p:cNvSpPr/>
            <p:nvPr/>
          </p:nvSpPr>
          <p:spPr>
            <a:xfrm>
              <a:off x="4139952" y="1185646"/>
              <a:ext cx="450000" cy="450000"/>
            </a:xfrm>
            <a:prstGeom prst="ellipse">
              <a:avLst/>
            </a:prstGeom>
            <a:solidFill>
              <a:srgbClr val="7030A0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b="1" dirty="0" smtClean="0">
                  <a:latin typeface="Open Sans Light" pitchFamily="34" charset="0"/>
                  <a:ea typeface="Open Sans Light" pitchFamily="34" charset="0"/>
                  <a:cs typeface="Open Sans Light" pitchFamily="34" charset="0"/>
                </a:rPr>
                <a:t>5</a:t>
              </a:r>
              <a:endParaRPr lang="id-ID" b="1" dirty="0">
                <a:latin typeface="Open Sans Light" pitchFamily="34" charset="0"/>
                <a:ea typeface="Open Sans Light" pitchFamily="34" charset="0"/>
                <a:cs typeface="Open Sans Light" pitchFamily="34" charset="0"/>
              </a:endParaRPr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4589952" y="1383622"/>
              <a:ext cx="954152" cy="36000"/>
              <a:chOff x="4589952" y="1383622"/>
              <a:chExt cx="954152" cy="36000"/>
            </a:xfrm>
          </p:grpSpPr>
          <p:cxnSp>
            <p:nvCxnSpPr>
              <p:cNvPr id="58" name="Straight Connector 57"/>
              <p:cNvCxnSpPr>
                <a:stCxn id="56" idx="6"/>
              </p:cNvCxnSpPr>
              <p:nvPr/>
            </p:nvCxnSpPr>
            <p:spPr>
              <a:xfrm>
                <a:off x="4589952" y="1410646"/>
                <a:ext cx="927128" cy="0"/>
              </a:xfrm>
              <a:prstGeom prst="line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/>
              <p:cNvSpPr/>
              <p:nvPr/>
            </p:nvSpPr>
            <p:spPr>
              <a:xfrm>
                <a:off x="5508104" y="1383622"/>
                <a:ext cx="36000" cy="36000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</p:grpSp>
      <p:sp>
        <p:nvSpPr>
          <p:cNvPr id="60" name="TextBox 59"/>
          <p:cNvSpPr txBox="1"/>
          <p:nvPr/>
        </p:nvSpPr>
        <p:spPr>
          <a:xfrm>
            <a:off x="6428283" y="3817952"/>
            <a:ext cx="23921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Memiliki kemampuan</a:t>
            </a:r>
          </a:p>
          <a:p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Ilmu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dasar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dalam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berdakwah</a:t>
            </a:r>
            <a:endParaRPr lang="id-ID" sz="1200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flipH="1">
            <a:off x="1142188" y="4772099"/>
            <a:ext cx="2961764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 flipH="1">
            <a:off x="1079616" y="4758967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5" name="Oval 64"/>
          <p:cNvSpPr/>
          <p:nvPr/>
        </p:nvSpPr>
        <p:spPr>
          <a:xfrm>
            <a:off x="4101960" y="4515966"/>
            <a:ext cx="450000" cy="450000"/>
          </a:xfrm>
          <a:prstGeom prst="ellipse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6</a:t>
            </a:r>
            <a:endParaRPr lang="id-ID" b="1" dirty="0"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331071"/>
            <a:ext cx="688951" cy="688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" name="TextBox 66"/>
          <p:cNvSpPr txBox="1"/>
          <p:nvPr/>
        </p:nvSpPr>
        <p:spPr>
          <a:xfrm>
            <a:off x="1115616" y="4227934"/>
            <a:ext cx="26581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Imam Masjid</a:t>
            </a:r>
          </a:p>
          <a:p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Mampu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&amp; </a:t>
            </a:r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siap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menjadi</a:t>
            </a:r>
            <a:r>
              <a:rPr lang="en-US" sz="1200" dirty="0" smtClean="0">
                <a:solidFill>
                  <a:srgbClr val="002060"/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rPr>
              <a:t> Imam Masjid</a:t>
            </a:r>
            <a:endParaRPr lang="id-ID" sz="1200" dirty="0">
              <a:solidFill>
                <a:srgbClr val="002060"/>
              </a:solidFill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69" name="Freeform 68"/>
          <p:cNvSpPr>
            <a:spLocks noChangeAspect="1"/>
          </p:cNvSpPr>
          <p:nvPr/>
        </p:nvSpPr>
        <p:spPr bwMode="auto">
          <a:xfrm>
            <a:off x="2394762" y="555526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DA2F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69"/>
          <p:cNvSpPr>
            <a:spLocks noChangeAspect="1"/>
          </p:cNvSpPr>
          <p:nvPr/>
        </p:nvSpPr>
        <p:spPr bwMode="auto">
          <a:xfrm>
            <a:off x="2595930" y="555526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1BA6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Freeform 70"/>
          <p:cNvSpPr>
            <a:spLocks noChangeAspect="1"/>
          </p:cNvSpPr>
          <p:nvPr/>
        </p:nvSpPr>
        <p:spPr bwMode="auto">
          <a:xfrm>
            <a:off x="2778810" y="555526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FB9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892253" y="279242"/>
            <a:ext cx="1634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800" b="1" dirty="0" smtClean="0">
                <a:solidFill>
                  <a:srgbClr val="002060"/>
                </a:solidFill>
                <a:latin typeface="Bebas Neue Bold" pitchFamily="34" charset="0"/>
                <a:ea typeface="Open Sans Light" pitchFamily="34" charset="0"/>
                <a:cs typeface="Open Sans Light" pitchFamily="34" charset="0"/>
              </a:rPr>
              <a:t>TARGET</a:t>
            </a:r>
            <a:endParaRPr lang="id-ID" sz="2800" b="1" dirty="0">
              <a:solidFill>
                <a:srgbClr val="002060"/>
              </a:solidFill>
              <a:latin typeface="Bebas Neue Bold" pitchFamily="34" charset="0"/>
              <a:ea typeface="Open Sans Light" pitchFamily="34" charset="0"/>
              <a:cs typeface="Open Sans Light" pitchFamily="34" charset="0"/>
            </a:endParaRPr>
          </a:p>
        </p:txBody>
      </p:sp>
      <p:pic>
        <p:nvPicPr>
          <p:cNvPr id="4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636086" y="1545651"/>
            <a:ext cx="810100" cy="81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" name="Picture 7" descr="Hasil gambar untuk icon alquran 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160" y="2147434"/>
            <a:ext cx="870698" cy="87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3972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12965">
        <p14:ripple/>
      </p:transition>
    </mc:Choice>
    <mc:Fallback xmlns="">
      <p:transition spd="slow" advTm="1296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8" dur="10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7" dur="10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09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9" dur="10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2" grpId="0"/>
      <p:bldP spid="39" grpId="0" animBg="1"/>
      <p:bldP spid="42" grpId="0" animBg="1"/>
      <p:bldP spid="45" grpId="0"/>
      <p:bldP spid="47" grpId="0" animBg="1"/>
      <p:bldP spid="48" grpId="0" animBg="1"/>
      <p:bldP spid="49" grpId="0"/>
      <p:bldP spid="60" grpId="0"/>
      <p:bldP spid="64" grpId="0" animBg="1"/>
      <p:bldP spid="65" grpId="0" animBg="1"/>
      <p:bldP spid="67" grpId="0"/>
      <p:bldP spid="69" grpId="0" animBg="1"/>
      <p:bldP spid="70" grpId="0" animBg="1"/>
      <p:bldP spid="71" grpId="0" animBg="1"/>
      <p:bldP spid="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5243" y="2124878"/>
            <a:ext cx="2177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rgbClr val="002060"/>
                </a:solidFill>
              </a:rPr>
              <a:t>Ust. </a:t>
            </a:r>
            <a:r>
              <a:rPr lang="en-US" sz="1600" dirty="0" err="1" smtClean="0">
                <a:solidFill>
                  <a:srgbClr val="002060"/>
                </a:solidFill>
              </a:rPr>
              <a:t>Andi</a:t>
            </a:r>
            <a:r>
              <a:rPr lang="en-US" sz="1600" dirty="0" smtClean="0">
                <a:solidFill>
                  <a:srgbClr val="002060"/>
                </a:solidFill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</a:rPr>
              <a:t>Iskandar</a:t>
            </a:r>
            <a:r>
              <a:rPr lang="id-ID" sz="1600" dirty="0" smtClean="0">
                <a:solidFill>
                  <a:srgbClr val="002060"/>
                </a:solidFill>
              </a:rPr>
              <a:t>, S.Pd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450" y="2439936"/>
            <a:ext cx="19800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solidFill>
                  <a:srgbClr val="FF0000"/>
                </a:solidFill>
              </a:rPr>
              <a:t>Kepala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smtClean="0">
                <a:solidFill>
                  <a:srgbClr val="FF0000"/>
                </a:solidFill>
              </a:rPr>
              <a:t>Madrasah/</a:t>
            </a:r>
            <a:r>
              <a:rPr lang="en-US" sz="1600" dirty="0" err="1" smtClean="0">
                <a:solidFill>
                  <a:srgbClr val="FF0000"/>
                </a:solidFill>
              </a:rPr>
              <a:t>Kur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35243" y="2453890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>
            <a:spLocks noChangeAspect="1"/>
          </p:cNvSpPr>
          <p:nvPr/>
        </p:nvSpPr>
        <p:spPr bwMode="auto">
          <a:xfrm>
            <a:off x="10131472" y="149163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DA2F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30"/>
          <p:cNvSpPr>
            <a:spLocks noChangeAspect="1"/>
          </p:cNvSpPr>
          <p:nvPr/>
        </p:nvSpPr>
        <p:spPr bwMode="auto">
          <a:xfrm>
            <a:off x="10332640" y="149163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1BA6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31"/>
          <p:cNvSpPr>
            <a:spLocks noChangeAspect="1"/>
          </p:cNvSpPr>
          <p:nvPr/>
        </p:nvSpPr>
        <p:spPr bwMode="auto">
          <a:xfrm>
            <a:off x="10515520" y="149163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FB9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169824" y="2059113"/>
            <a:ext cx="2174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rgbClr val="002060"/>
                </a:solidFill>
              </a:rPr>
              <a:t>Ust. </a:t>
            </a:r>
            <a:r>
              <a:rPr lang="en-US" sz="1600" dirty="0" err="1" smtClean="0">
                <a:solidFill>
                  <a:srgbClr val="002060"/>
                </a:solidFill>
              </a:rPr>
              <a:t>Chairid</a:t>
            </a:r>
            <a:r>
              <a:rPr lang="en-US" sz="1600" dirty="0" smtClean="0">
                <a:solidFill>
                  <a:srgbClr val="002060"/>
                </a:solidFill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</a:rPr>
              <a:t>Daha</a:t>
            </a:r>
            <a:r>
              <a:rPr lang="id-ID" sz="1600" dirty="0" smtClean="0">
                <a:solidFill>
                  <a:srgbClr val="002060"/>
                </a:solidFill>
              </a:rPr>
              <a:t>, </a:t>
            </a:r>
            <a:r>
              <a:rPr lang="en-US" sz="1600" dirty="0" err="1" smtClean="0">
                <a:solidFill>
                  <a:srgbClr val="002060"/>
                </a:solidFill>
              </a:rPr>
              <a:t>A.Md</a:t>
            </a:r>
            <a:endParaRPr lang="id-ID" sz="1600" dirty="0" smtClean="0">
              <a:solidFill>
                <a:srgbClr val="00206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721842" y="2417321"/>
            <a:ext cx="2998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>
                <a:solidFill>
                  <a:srgbClr val="FF0000"/>
                </a:solidFill>
              </a:rPr>
              <a:t>Waka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Sarpras</a:t>
            </a:r>
            <a:r>
              <a:rPr lang="en-US" sz="1600" dirty="0" smtClean="0">
                <a:solidFill>
                  <a:srgbClr val="FF0000"/>
                </a:solidFill>
              </a:rPr>
              <a:t> /</a:t>
            </a:r>
            <a:r>
              <a:rPr lang="en-US" sz="1600" dirty="0" err="1" smtClean="0">
                <a:solidFill>
                  <a:srgbClr val="FF0000"/>
                </a:solidFill>
              </a:rPr>
              <a:t>Bendahara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2562829" y="2453890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80949" y="4147716"/>
            <a:ext cx="1374522" cy="277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rgbClr val="002060"/>
                </a:solidFill>
              </a:rPr>
              <a:t>Ust. </a:t>
            </a:r>
            <a:r>
              <a:rPr lang="en-US" sz="1400" dirty="0" err="1" smtClean="0">
                <a:solidFill>
                  <a:srgbClr val="002060"/>
                </a:solidFill>
              </a:rPr>
              <a:t>Imanuddin</a:t>
            </a:r>
            <a:r>
              <a:rPr lang="en-US" sz="1400" dirty="0" smtClean="0">
                <a:solidFill>
                  <a:srgbClr val="002060"/>
                </a:solidFill>
              </a:rPr>
              <a:t>, </a:t>
            </a:r>
            <a:r>
              <a:rPr lang="en-US" sz="1400" dirty="0" err="1" smtClean="0">
                <a:solidFill>
                  <a:srgbClr val="002060"/>
                </a:solidFill>
              </a:rPr>
              <a:t>Lc</a:t>
            </a:r>
            <a:r>
              <a:rPr lang="id-ID" sz="1400" dirty="0" smtClean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3768" y="4352786"/>
            <a:ext cx="1938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rgbClr val="FF0000"/>
                </a:solidFill>
              </a:rPr>
              <a:t>Kepala Bidang </a:t>
            </a:r>
            <a:r>
              <a:rPr lang="en-US" sz="1400" dirty="0" err="1" smtClean="0">
                <a:solidFill>
                  <a:srgbClr val="FF0000"/>
                </a:solidFill>
              </a:rPr>
              <a:t>Bahasa</a:t>
            </a:r>
            <a:r>
              <a:rPr lang="en-US" sz="1400" dirty="0" smtClean="0">
                <a:solidFill>
                  <a:srgbClr val="FF0000"/>
                </a:solidFill>
              </a:rPr>
              <a:t> &amp;</a:t>
            </a:r>
          </a:p>
          <a:p>
            <a:r>
              <a:rPr lang="en-US" sz="1400" dirty="0" smtClean="0">
                <a:solidFill>
                  <a:srgbClr val="FF0000"/>
                </a:solidFill>
              </a:rPr>
              <a:t>            </a:t>
            </a:r>
            <a:r>
              <a:rPr lang="en-US" sz="1400" dirty="0" err="1" smtClean="0">
                <a:solidFill>
                  <a:srgbClr val="FF0000"/>
                </a:solidFill>
              </a:rPr>
              <a:t>Pengasuh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011" y="2991115"/>
            <a:ext cx="1217013" cy="1185902"/>
          </a:xfrm>
          <a:prstGeom prst="flowChartConnector">
            <a:avLst/>
          </a:prstGeom>
        </p:spPr>
      </p:pic>
      <p:pic>
        <p:nvPicPr>
          <p:cNvPr id="51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6471" y="3069932"/>
            <a:ext cx="1628991" cy="10859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" name="TextBox 51"/>
          <p:cNvSpPr txBox="1"/>
          <p:nvPr/>
        </p:nvSpPr>
        <p:spPr>
          <a:xfrm>
            <a:off x="95998" y="4208189"/>
            <a:ext cx="23157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rgbClr val="002060"/>
                </a:solidFill>
              </a:rPr>
              <a:t>Ust. </a:t>
            </a:r>
            <a:r>
              <a:rPr lang="en-US" sz="1400" dirty="0" err="1" smtClean="0">
                <a:solidFill>
                  <a:srgbClr val="002060"/>
                </a:solidFill>
              </a:rPr>
              <a:t>Wahidi</a:t>
            </a:r>
            <a:r>
              <a:rPr lang="en-US" sz="1400" dirty="0" smtClean="0">
                <a:solidFill>
                  <a:srgbClr val="002060"/>
                </a:solidFill>
              </a:rPr>
              <a:t> </a:t>
            </a:r>
            <a:r>
              <a:rPr lang="en-US" sz="1400" dirty="0" smtClean="0">
                <a:solidFill>
                  <a:srgbClr val="002060"/>
                </a:solidFill>
              </a:rPr>
              <a:t>R Al </a:t>
            </a:r>
            <a:r>
              <a:rPr lang="en-US" sz="1400" dirty="0" err="1" smtClean="0">
                <a:solidFill>
                  <a:srgbClr val="002060"/>
                </a:solidFill>
              </a:rPr>
              <a:t>Anshory</a:t>
            </a:r>
            <a:r>
              <a:rPr lang="en-US" sz="1400" dirty="0" smtClean="0">
                <a:solidFill>
                  <a:srgbClr val="002060"/>
                </a:solidFill>
              </a:rPr>
              <a:t> </a:t>
            </a:r>
            <a:r>
              <a:rPr lang="en-US" sz="1400" dirty="0" err="1" smtClean="0">
                <a:solidFill>
                  <a:srgbClr val="002060"/>
                </a:solidFill>
              </a:rPr>
              <a:t>S.Hi</a:t>
            </a:r>
            <a:endParaRPr lang="id-ID" sz="1400" dirty="0" smtClean="0">
              <a:solidFill>
                <a:srgbClr val="00206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23433" y="4496802"/>
            <a:ext cx="2188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solidFill>
                  <a:srgbClr val="FF0000"/>
                </a:solidFill>
              </a:rPr>
              <a:t>Waka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Kesantrian</a:t>
            </a:r>
            <a:endParaRPr lang="en-US" sz="1400" dirty="0" smtClean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699542"/>
            <a:ext cx="1359571" cy="1359571"/>
          </a:xfrm>
          <a:prstGeom prst="flowChartConnector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9552" y="51470"/>
            <a:ext cx="7632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200" b="1" dirty="0" smtClean="0">
                <a:solidFill>
                  <a:srgbClr val="002060"/>
                </a:solidFill>
                <a:latin typeface="Trebuchet MS" panose="020B0603020202020204" pitchFamily="34" charset="0"/>
              </a:rPr>
              <a:t>STRUKTUR KEPENGURUSAN</a:t>
            </a:r>
            <a:endParaRPr lang="id-ID" sz="3200" b="1" dirty="0">
              <a:solidFill>
                <a:srgbClr val="002060"/>
              </a:solidFill>
              <a:latin typeface="Trebuchet MS" panose="020B0603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851" y="2991114"/>
            <a:ext cx="1228610" cy="1228610"/>
          </a:xfrm>
          <a:prstGeom prst="ellipse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4311066" y="4168945"/>
            <a:ext cx="1822516" cy="602316"/>
            <a:chOff x="5319113" y="4108603"/>
            <a:chExt cx="1822516" cy="602316"/>
          </a:xfrm>
        </p:grpSpPr>
        <p:sp>
          <p:nvSpPr>
            <p:cNvPr id="23" name="TextBox 22"/>
            <p:cNvSpPr txBox="1"/>
            <p:nvPr/>
          </p:nvSpPr>
          <p:spPr>
            <a:xfrm>
              <a:off x="5319113" y="4108603"/>
              <a:ext cx="17976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400" dirty="0" smtClean="0">
                  <a:solidFill>
                    <a:srgbClr val="002060"/>
                  </a:solidFill>
                </a:rPr>
                <a:t>Ust. Muha</a:t>
              </a:r>
              <a:r>
                <a:rPr lang="en-US" sz="1400" dirty="0" err="1" smtClean="0">
                  <a:solidFill>
                    <a:srgbClr val="002060"/>
                  </a:solidFill>
                </a:rPr>
                <a:t>mmad</a:t>
              </a:r>
              <a:r>
                <a:rPr lang="en-US" sz="1400" dirty="0" smtClean="0">
                  <a:solidFill>
                    <a:srgbClr val="002060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2060"/>
                  </a:solidFill>
                </a:rPr>
                <a:t>Zaini</a:t>
              </a:r>
              <a:endParaRPr lang="id-ID" sz="1400" dirty="0" smtClean="0">
                <a:solidFill>
                  <a:srgbClr val="00206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372297" y="4301267"/>
              <a:ext cx="1769332" cy="409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400" dirty="0" smtClean="0">
                  <a:solidFill>
                    <a:srgbClr val="FF0000"/>
                  </a:solidFill>
                </a:rPr>
                <a:t>Kepala Bidang </a:t>
              </a:r>
              <a:r>
                <a:rPr lang="en-US" sz="1400" dirty="0" err="1" smtClean="0">
                  <a:solidFill>
                    <a:srgbClr val="FF0000"/>
                  </a:solidFill>
                </a:rPr>
                <a:t>Tahfidz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" name="Rectangle 5"/>
          <p:cNvSpPr/>
          <p:nvPr/>
        </p:nvSpPr>
        <p:spPr>
          <a:xfrm>
            <a:off x="8208912" y="0"/>
            <a:ext cx="899592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Rectangle 27"/>
          <p:cNvSpPr/>
          <p:nvPr/>
        </p:nvSpPr>
        <p:spPr>
          <a:xfrm>
            <a:off x="8118551" y="0"/>
            <a:ext cx="57949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153" y="859829"/>
            <a:ext cx="1208581" cy="1263601"/>
          </a:xfrm>
          <a:prstGeom prst="ellipse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691501" y="2092063"/>
            <a:ext cx="1696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rgbClr val="002060"/>
                </a:solidFill>
              </a:rPr>
              <a:t>Ust. </a:t>
            </a:r>
            <a:r>
              <a:rPr lang="en-US" sz="1600" dirty="0" err="1" smtClean="0">
                <a:solidFill>
                  <a:srgbClr val="002060"/>
                </a:solidFill>
              </a:rPr>
              <a:t>Miftahul</a:t>
            </a:r>
            <a:r>
              <a:rPr lang="en-US" sz="1600" dirty="0" smtClean="0">
                <a:solidFill>
                  <a:srgbClr val="002060"/>
                </a:solidFill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</a:rPr>
              <a:t>Hadi</a:t>
            </a:r>
            <a:endParaRPr lang="id-ID" sz="1600" dirty="0" smtClean="0">
              <a:solidFill>
                <a:srgbClr val="00206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62829" y="2430617"/>
            <a:ext cx="2360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>
                <a:solidFill>
                  <a:srgbClr val="FF0000"/>
                </a:solidFill>
              </a:rPr>
              <a:t>Waka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Humas</a:t>
            </a:r>
            <a:r>
              <a:rPr lang="en-US" sz="1600" dirty="0" smtClean="0">
                <a:solidFill>
                  <a:srgbClr val="FF0000"/>
                </a:solidFill>
              </a:rPr>
              <a:t>/</a:t>
            </a:r>
            <a:r>
              <a:rPr lang="en-US" sz="1600" dirty="0" err="1" smtClean="0">
                <a:solidFill>
                  <a:srgbClr val="FF0000"/>
                </a:solidFill>
              </a:rPr>
              <a:t>Sekretaris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5137797" y="2430617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552" y="699542"/>
            <a:ext cx="1218793" cy="1436389"/>
          </a:xfrm>
          <a:prstGeom prst="flowChartConnector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6172989" y="4134660"/>
            <a:ext cx="1945562" cy="715884"/>
            <a:chOff x="5319113" y="4108603"/>
            <a:chExt cx="1945562" cy="715884"/>
          </a:xfrm>
        </p:grpSpPr>
        <p:sp>
          <p:nvSpPr>
            <p:cNvPr id="39" name="TextBox 38"/>
            <p:cNvSpPr txBox="1"/>
            <p:nvPr/>
          </p:nvSpPr>
          <p:spPr>
            <a:xfrm>
              <a:off x="5319113" y="4108603"/>
              <a:ext cx="10867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2060"/>
                  </a:solidFill>
                </a:rPr>
                <a:t>  </a:t>
              </a:r>
              <a:r>
                <a:rPr lang="en-US" sz="1400" dirty="0" err="1" smtClean="0">
                  <a:solidFill>
                    <a:srgbClr val="002060"/>
                  </a:solidFill>
                </a:rPr>
                <a:t>Musyrifah</a:t>
              </a:r>
              <a:r>
                <a:rPr lang="en-US" sz="1400" dirty="0" smtClean="0">
                  <a:solidFill>
                    <a:srgbClr val="002060"/>
                  </a:solidFill>
                </a:rPr>
                <a:t> :</a:t>
              </a:r>
              <a:endParaRPr lang="id-ID" sz="1400" dirty="0" smtClean="0">
                <a:solidFill>
                  <a:srgbClr val="002060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72297" y="4301267"/>
              <a:ext cx="1892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 smtClean="0">
                  <a:solidFill>
                    <a:srgbClr val="FF0000"/>
                  </a:solidFill>
                </a:rPr>
                <a:t>Ustzh</a:t>
              </a:r>
              <a:r>
                <a:rPr lang="en-US" sz="1400" dirty="0" smtClean="0">
                  <a:solidFill>
                    <a:srgbClr val="FF0000"/>
                  </a:solidFill>
                </a:rPr>
                <a:t>. </a:t>
              </a:r>
              <a:r>
                <a:rPr lang="en-US" sz="1400" dirty="0" err="1" smtClean="0">
                  <a:solidFill>
                    <a:srgbClr val="FF0000"/>
                  </a:solidFill>
                </a:rPr>
                <a:t>Nurul</a:t>
              </a:r>
              <a:r>
                <a:rPr lang="en-US" sz="1400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err="1" smtClean="0">
                  <a:solidFill>
                    <a:srgbClr val="FF0000"/>
                  </a:solidFill>
                </a:rPr>
                <a:t>Maghfiroh</a:t>
              </a:r>
              <a:endParaRPr lang="en-US" sz="1400" dirty="0" smtClean="0">
                <a:solidFill>
                  <a:srgbClr val="FF0000"/>
                </a:solidFill>
              </a:endParaRPr>
            </a:p>
            <a:p>
              <a:r>
                <a:rPr lang="en-US" sz="1400" dirty="0" err="1" smtClean="0">
                  <a:solidFill>
                    <a:srgbClr val="FF0000"/>
                  </a:solidFill>
                </a:rPr>
                <a:t>Ustzh</a:t>
              </a:r>
              <a:r>
                <a:rPr lang="en-US" sz="1400" dirty="0" smtClean="0">
                  <a:solidFill>
                    <a:srgbClr val="FF0000"/>
                  </a:solidFill>
                </a:rPr>
                <a:t>. </a:t>
              </a:r>
              <a:r>
                <a:rPr lang="en-US" sz="1400" dirty="0" err="1" smtClean="0">
                  <a:solidFill>
                    <a:srgbClr val="FF0000"/>
                  </a:solidFill>
                </a:rPr>
                <a:t>Izzah</a:t>
              </a:r>
              <a:r>
                <a:rPr lang="en-US" sz="1400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err="1" smtClean="0">
                  <a:solidFill>
                    <a:srgbClr val="FF0000"/>
                  </a:solidFill>
                </a:rPr>
                <a:t>Rofidah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6204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7223">
        <p14:ripple/>
      </p:transition>
    </mc:Choice>
    <mc:Fallback xmlns="">
      <p:transition spd="slow" advTm="722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30" grpId="0" animBg="1"/>
      <p:bldP spid="31" grpId="0" animBg="1"/>
      <p:bldP spid="32" grpId="0" animBg="1"/>
      <p:bldP spid="45" grpId="0"/>
      <p:bldP spid="46" grpId="0"/>
      <p:bldP spid="52" grpId="0"/>
      <p:bldP spid="53" grpId="0"/>
      <p:bldP spid="29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/>
          <p:cNvSpPr>
            <a:spLocks noChangeAspect="1"/>
          </p:cNvSpPr>
          <p:nvPr/>
        </p:nvSpPr>
        <p:spPr bwMode="auto">
          <a:xfrm>
            <a:off x="10131472" y="149163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DA2F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30"/>
          <p:cNvSpPr>
            <a:spLocks noChangeAspect="1"/>
          </p:cNvSpPr>
          <p:nvPr/>
        </p:nvSpPr>
        <p:spPr bwMode="auto">
          <a:xfrm>
            <a:off x="10332640" y="149163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1BA6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31"/>
          <p:cNvSpPr>
            <a:spLocks noChangeAspect="1"/>
          </p:cNvSpPr>
          <p:nvPr/>
        </p:nvSpPr>
        <p:spPr bwMode="auto">
          <a:xfrm>
            <a:off x="10515520" y="149163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FB9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161819" y="0"/>
            <a:ext cx="899592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Rectangle 27"/>
          <p:cNvSpPr/>
          <p:nvPr/>
        </p:nvSpPr>
        <p:spPr>
          <a:xfrm>
            <a:off x="8118551" y="0"/>
            <a:ext cx="57949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180206"/>
              </p:ext>
            </p:extLst>
          </p:nvPr>
        </p:nvGraphicFramePr>
        <p:xfrm>
          <a:off x="395536" y="89472"/>
          <a:ext cx="7128792" cy="4964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Worksheet" r:id="rId4" imgW="8534515" imgH="5943489" progId="Excel.Sheet.12">
                  <p:embed/>
                </p:oleObj>
              </mc:Choice>
              <mc:Fallback>
                <p:oleObj name="Worksheet" r:id="rId4" imgW="8534515" imgH="59434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536" y="89472"/>
                        <a:ext cx="7128792" cy="4964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409523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7223">
        <p14:ripple/>
      </p:transition>
    </mc:Choice>
    <mc:Fallback xmlns="">
      <p:transition spd="slow" advTm="722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/>
          <p:cNvSpPr>
            <a:spLocks noChangeAspect="1"/>
          </p:cNvSpPr>
          <p:nvPr/>
        </p:nvSpPr>
        <p:spPr bwMode="auto">
          <a:xfrm>
            <a:off x="10131472" y="149163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DA2F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30"/>
          <p:cNvSpPr>
            <a:spLocks noChangeAspect="1"/>
          </p:cNvSpPr>
          <p:nvPr/>
        </p:nvSpPr>
        <p:spPr bwMode="auto">
          <a:xfrm>
            <a:off x="10332640" y="149163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1BA6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31"/>
          <p:cNvSpPr>
            <a:spLocks noChangeAspect="1"/>
          </p:cNvSpPr>
          <p:nvPr/>
        </p:nvSpPr>
        <p:spPr bwMode="auto">
          <a:xfrm>
            <a:off x="10515520" y="1491630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FB9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208912" y="0"/>
            <a:ext cx="899592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Rectangle 27"/>
          <p:cNvSpPr/>
          <p:nvPr/>
        </p:nvSpPr>
        <p:spPr>
          <a:xfrm>
            <a:off x="8118551" y="0"/>
            <a:ext cx="57949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35888"/>
              </p:ext>
            </p:extLst>
          </p:nvPr>
        </p:nvGraphicFramePr>
        <p:xfrm>
          <a:off x="395536" y="699542"/>
          <a:ext cx="7416824" cy="381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Worksheet" r:id="rId4" imgW="9648678" imgH="3390706" progId="Excel.Sheet.12">
                  <p:embed/>
                </p:oleObj>
              </mc:Choice>
              <mc:Fallback>
                <p:oleObj name="Worksheet" r:id="rId4" imgW="9648678" imgH="339070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536" y="699542"/>
                        <a:ext cx="7416824" cy="3816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08112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7223">
        <p14:ripple/>
      </p:transition>
    </mc:Choice>
    <mc:Fallback xmlns="">
      <p:transition spd="slow" advTm="722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95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>
            <a:spLocks noChangeAspect="1"/>
          </p:cNvSpPr>
          <p:nvPr/>
        </p:nvSpPr>
        <p:spPr bwMode="auto">
          <a:xfrm>
            <a:off x="2809812" y="2499742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DA2F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Freeform 2"/>
          <p:cNvSpPr>
            <a:spLocks noChangeAspect="1"/>
          </p:cNvSpPr>
          <p:nvPr/>
        </p:nvSpPr>
        <p:spPr bwMode="auto">
          <a:xfrm>
            <a:off x="3010980" y="2499742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1BA6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Freeform 3"/>
          <p:cNvSpPr>
            <a:spLocks noChangeAspect="1"/>
          </p:cNvSpPr>
          <p:nvPr/>
        </p:nvSpPr>
        <p:spPr bwMode="auto">
          <a:xfrm>
            <a:off x="3193860" y="2499742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FB9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7"/>
          <p:cNvSpPr>
            <a:spLocks noChangeAspect="1"/>
          </p:cNvSpPr>
          <p:nvPr/>
        </p:nvSpPr>
        <p:spPr bwMode="auto">
          <a:xfrm>
            <a:off x="5923154" y="2499742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DA2F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8"/>
          <p:cNvSpPr>
            <a:spLocks noChangeAspect="1"/>
          </p:cNvSpPr>
          <p:nvPr/>
        </p:nvSpPr>
        <p:spPr bwMode="auto">
          <a:xfrm>
            <a:off x="6124322" y="2499742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1BA6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9"/>
          <p:cNvSpPr>
            <a:spLocks noChangeAspect="1"/>
          </p:cNvSpPr>
          <p:nvPr/>
        </p:nvSpPr>
        <p:spPr bwMode="auto">
          <a:xfrm>
            <a:off x="6307202" y="2499742"/>
            <a:ext cx="137006" cy="137160"/>
          </a:xfrm>
          <a:custGeom>
            <a:avLst/>
            <a:gdLst>
              <a:gd name="T0" fmla="*/ 376 w 376"/>
              <a:gd name="T1" fmla="*/ 328 h 376"/>
              <a:gd name="T2" fmla="*/ 328 w 376"/>
              <a:gd name="T3" fmla="*/ 376 h 376"/>
              <a:gd name="T4" fmla="*/ 48 w 376"/>
              <a:gd name="T5" fmla="*/ 376 h 376"/>
              <a:gd name="T6" fmla="*/ 0 w 376"/>
              <a:gd name="T7" fmla="*/ 328 h 376"/>
              <a:gd name="T8" fmla="*/ 0 w 376"/>
              <a:gd name="T9" fmla="*/ 48 h 376"/>
              <a:gd name="T10" fmla="*/ 48 w 376"/>
              <a:gd name="T11" fmla="*/ 0 h 376"/>
              <a:gd name="T12" fmla="*/ 328 w 376"/>
              <a:gd name="T13" fmla="*/ 0 h 376"/>
              <a:gd name="T14" fmla="*/ 376 w 376"/>
              <a:gd name="T15" fmla="*/ 48 h 376"/>
              <a:gd name="T16" fmla="*/ 376 w 376"/>
              <a:gd name="T17" fmla="*/ 32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6" h="376">
                <a:moveTo>
                  <a:pt x="376" y="328"/>
                </a:moveTo>
                <a:cubicBezTo>
                  <a:pt x="376" y="355"/>
                  <a:pt x="354" y="376"/>
                  <a:pt x="328" y="376"/>
                </a:cubicBezTo>
                <a:cubicBezTo>
                  <a:pt x="48" y="376"/>
                  <a:pt x="48" y="376"/>
                  <a:pt x="48" y="376"/>
                </a:cubicBezTo>
                <a:cubicBezTo>
                  <a:pt x="21" y="376"/>
                  <a:pt x="0" y="355"/>
                  <a:pt x="0" y="32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1" y="0"/>
                  <a:pt x="48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54" y="0"/>
                  <a:pt x="376" y="22"/>
                  <a:pt x="376" y="48"/>
                </a:cubicBezTo>
                <a:lnTo>
                  <a:pt x="376" y="328"/>
                </a:lnTo>
                <a:close/>
              </a:path>
            </a:pathLst>
          </a:custGeom>
          <a:solidFill>
            <a:srgbClr val="FB9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293363" y="2145799"/>
            <a:ext cx="2719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4000" dirty="0" smtClean="0">
                <a:solidFill>
                  <a:srgbClr val="0070C0"/>
                </a:solidFill>
                <a:latin typeface="Bebas Neue Bold" pitchFamily="34" charset="0"/>
              </a:rPr>
              <a:t>SYUKRON</a:t>
            </a:r>
            <a:endParaRPr lang="id-ID" sz="4000" dirty="0">
              <a:solidFill>
                <a:srgbClr val="0070C0"/>
              </a:solidFill>
              <a:latin typeface="Bebas Neue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68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2082">
        <p14:vortex dir="r"/>
      </p:transition>
    </mc:Choice>
    <mc:Fallback xmlns="">
      <p:transition spd="slow" advTm="208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9" grpId="0" animBg="1"/>
      <p:bldP spid="1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|0.9|0.9|0.9|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.4|1.8|1.3|2.4|1.9|4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|3.8|6.3|4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6|1.4|2.6|1.2|2.7|1|2.7|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.1|2.4|1.4|2.3|1.5|1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2.2|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2.2|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2.2|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4473</TotalTime>
  <Words>244</Words>
  <Application>Microsoft Office PowerPoint</Application>
  <PresentationFormat>On-screen Show (16:9)</PresentationFormat>
  <Paragraphs>63</Paragraphs>
  <Slides>10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162</cp:revision>
  <dcterms:created xsi:type="dcterms:W3CDTF">2016-11-06T03:39:48Z</dcterms:created>
  <dcterms:modified xsi:type="dcterms:W3CDTF">2020-08-07T23:10:21Z</dcterms:modified>
</cp:coreProperties>
</file>